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49.xml" ContentType="application/vnd.openxmlformats-officedocument.theme+xml"/>
  <Override PartName="/ppt/theme/theme5.xml" ContentType="application/vnd.openxmlformats-officedocument.theme+xml"/>
  <Override PartName="/ppt/theme/theme50.xml" ContentType="application/vnd.openxmlformats-officedocument.theme+xml"/>
  <Override PartName="/ppt/theme/theme51.xml" ContentType="application/vnd.openxmlformats-officedocument.theme+xml"/>
  <Override PartName="/ppt/theme/theme52.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90" r:id="rId19"/>
    <p:sldMasterId id="2147483692" r:id="rId20"/>
    <p:sldMasterId id="2147483694" r:id="rId21"/>
    <p:sldMasterId id="2147483696" r:id="rId22"/>
    <p:sldMasterId id="2147483698" r:id="rId23"/>
    <p:sldMasterId id="2147483700" r:id="rId24"/>
    <p:sldMasterId id="2147483702" r:id="rId25"/>
    <p:sldMasterId id="2147483704" r:id="rId26"/>
    <p:sldMasterId id="2147483706" r:id="rId27"/>
    <p:sldMasterId id="2147483708" r:id="rId28"/>
    <p:sldMasterId id="2147483710" r:id="rId29"/>
    <p:sldMasterId id="2147483712" r:id="rId30"/>
    <p:sldMasterId id="2147483714" r:id="rId31"/>
    <p:sldMasterId id="2147483716" r:id="rId32"/>
    <p:sldMasterId id="2147483718" r:id="rId33"/>
    <p:sldMasterId id="2147483720" r:id="rId34"/>
    <p:sldMasterId id="2147483722" r:id="rId35"/>
    <p:sldMasterId id="2147483724" r:id="rId36"/>
    <p:sldMasterId id="2147483726" r:id="rId37"/>
    <p:sldMasterId id="2147483728" r:id="rId38"/>
    <p:sldMasterId id="2147483730" r:id="rId39"/>
    <p:sldMasterId id="2147483732" r:id="rId40"/>
    <p:sldMasterId id="2147483734" r:id="rId41"/>
    <p:sldMasterId id="2147483736" r:id="rId42"/>
    <p:sldMasterId id="2147483738" r:id="rId43"/>
    <p:sldMasterId id="2147483740" r:id="rId44"/>
    <p:sldMasterId id="2147483742" r:id="rId45"/>
    <p:sldMasterId id="2147483744" r:id="rId46"/>
    <p:sldMasterId id="2147483746" r:id="rId47"/>
    <p:sldMasterId id="2147483748" r:id="rId48"/>
    <p:sldMasterId id="2147483750" r:id="rId49"/>
    <p:sldMasterId id="2147483752" r:id="rId50"/>
    <p:sldMasterId id="2147483754" r:id="rId51"/>
    <p:sldMasterId id="2147483756" r:id="rId52"/>
    <p:sldMasterId id="2147483758" r:id="rId53"/>
  </p:sldMasterIdLst>
  <p:sldIdLst>
    <p:sldId id="256" r:id="rId54"/>
    <p:sldId id="257" r:id="rId55"/>
    <p:sldId id="266" r:id="rId56"/>
    <p:sldId id="258" r:id="rId57"/>
    <p:sldId id="259" r:id="rId58"/>
    <p:sldId id="260" r:id="rId59"/>
    <p:sldId id="267" r:id="rId60"/>
    <p:sldId id="261" r:id="rId61"/>
    <p:sldId id="262" r:id="rId62"/>
    <p:sldId id="268" r:id="rId63"/>
    <p:sldId id="263" r:id="rId64"/>
    <p:sldId id="264" r:id="rId65"/>
    <p:sldId id="265" r:id="rId66"/>
  </p:sldIdLst>
  <p:sldSz cx="9144000" cy="5143500" type="screen16x9"/>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slide" Target="slides/slide13.xml"/><Relationship Id="rId65" Type="http://schemas.openxmlformats.org/officeDocument/2006/relationships/slide" Target="slides/slide12.xml"/><Relationship Id="rId64" Type="http://schemas.openxmlformats.org/officeDocument/2006/relationships/slide" Target="slides/slide11.xml"/><Relationship Id="rId63" Type="http://schemas.openxmlformats.org/officeDocument/2006/relationships/slide" Target="slides/slide10.xml"/><Relationship Id="rId62" Type="http://schemas.openxmlformats.org/officeDocument/2006/relationships/slide" Target="slides/slide9.xml"/><Relationship Id="rId61" Type="http://schemas.openxmlformats.org/officeDocument/2006/relationships/slide" Target="slides/slide8.xml"/><Relationship Id="rId60" Type="http://schemas.openxmlformats.org/officeDocument/2006/relationships/slide" Target="slides/slide7.xml"/><Relationship Id="rId6" Type="http://schemas.openxmlformats.org/officeDocument/2006/relationships/slideMaster" Target="slideMasters/slideMaster5.xml"/><Relationship Id="rId59" Type="http://schemas.openxmlformats.org/officeDocument/2006/relationships/slide" Target="slides/slide6.xml"/><Relationship Id="rId58" Type="http://schemas.openxmlformats.org/officeDocument/2006/relationships/slide" Target="slides/slide5.xml"/><Relationship Id="rId57" Type="http://schemas.openxmlformats.org/officeDocument/2006/relationships/slide" Target="slides/slide4.xml"/><Relationship Id="rId56" Type="http://schemas.openxmlformats.org/officeDocument/2006/relationships/slide" Target="slides/slide3.xml"/><Relationship Id="rId55" Type="http://schemas.openxmlformats.org/officeDocument/2006/relationships/slide" Target="slides/slide2.xml"/><Relationship Id="rId54" Type="http://schemas.openxmlformats.org/officeDocument/2006/relationships/slide" Target="slides/slide1.xml"/><Relationship Id="rId53" Type="http://schemas.openxmlformats.org/officeDocument/2006/relationships/slideMaster" Target="slideMasters/slideMaster52.xml"/><Relationship Id="rId52" Type="http://schemas.openxmlformats.org/officeDocument/2006/relationships/slideMaster" Target="slideMasters/slideMaster51.xml"/><Relationship Id="rId51" Type="http://schemas.openxmlformats.org/officeDocument/2006/relationships/slideMaster" Target="slideMasters/slideMaster50.xml"/><Relationship Id="rId50" Type="http://schemas.openxmlformats.org/officeDocument/2006/relationships/slideMaster" Target="slideMasters/slideMaster49.xml"/><Relationship Id="rId5" Type="http://schemas.openxmlformats.org/officeDocument/2006/relationships/slideMaster" Target="slideMasters/slideMaster4.xml"/><Relationship Id="rId49" Type="http://schemas.openxmlformats.org/officeDocument/2006/relationships/slideMaster" Target="slideMasters/slideMaster48.xml"/><Relationship Id="rId48" Type="http://schemas.openxmlformats.org/officeDocument/2006/relationships/slideMaster" Target="slideMasters/slideMaster47.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6"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7"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8"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 name="PlaceHolder 5"/>
          <p:cNvSpPr>
            <a:spLocks noGrp="1"/>
          </p:cNvSpPr>
          <p:nvPr>
            <p:ph type="sldNum" idx="1"/>
          </p:nvPr>
        </p:nvSpPr>
        <p:spPr/>
        <p:txBody>
          <a:bodyPr/>
          <a:lstStyle/>
          <a:p>
            <a:fld id="{FD0EB2C6-6512-4F37-9225-9FA59918FD0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4"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5"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5" name="PlaceHolder 4"/>
          <p:cNvSpPr>
            <a:spLocks noGrp="1"/>
          </p:cNvSpPr>
          <p:nvPr>
            <p:ph type="sldNum" idx="2"/>
          </p:nvPr>
        </p:nvSpPr>
        <p:spPr/>
        <p:txBody>
          <a:bodyPr/>
          <a:lstStyle/>
          <a:p>
            <a:fld id="{FB31575E-E464-45DC-84BC-8A21B44A7A21}"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23"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4"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5"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6"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7" name="PlaceHolder 6"/>
          <p:cNvSpPr>
            <a:spLocks noGrp="1"/>
          </p:cNvSpPr>
          <p:nvPr>
            <p:ph type="sldNum" idx="3"/>
          </p:nvPr>
        </p:nvSpPr>
        <p:spPr/>
        <p:txBody>
          <a:bodyPr/>
          <a:lstStyle/>
          <a:p>
            <a:fld id="{B179C3F8-B1EA-4306-BB13-258070E2F501}"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lstStyle/>
          <a:p>
            <a:fld id="{21DDA6BF-7016-44CB-8D90-9ADE0CC002DD}"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lstStyle/>
          <a:p>
            <a:fld id="{343D579F-EF0B-4E25-97F9-15D830C68A7F}"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35"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4" name="PlaceHolder 3"/>
          <p:cNvSpPr>
            <a:spLocks noGrp="1"/>
          </p:cNvSpPr>
          <p:nvPr>
            <p:ph type="sldNum" idx="6"/>
          </p:nvPr>
        </p:nvSpPr>
        <p:spPr/>
        <p:txBody>
          <a:bodyPr/>
          <a:lstStyle/>
          <a:p>
            <a:fld id="{B835B7D0-C60C-48E8-90E0-6A9A2B64AB7E}"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40"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4" name="PlaceHolder 3"/>
          <p:cNvSpPr>
            <a:spLocks noGrp="1"/>
          </p:cNvSpPr>
          <p:nvPr>
            <p:ph type="sldNum" idx="7"/>
          </p:nvPr>
        </p:nvSpPr>
        <p:spPr/>
        <p:txBody>
          <a:bodyPr/>
          <a:lstStyle/>
          <a:p>
            <a:fld id="{9CC65822-AF32-41A7-9404-47C1762ED92C}"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46"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47"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5" name="PlaceHolder 4"/>
          <p:cNvSpPr>
            <a:spLocks noGrp="1"/>
          </p:cNvSpPr>
          <p:nvPr>
            <p:ph type="sldNum" idx="8"/>
          </p:nvPr>
        </p:nvSpPr>
        <p:spPr/>
        <p:txBody>
          <a:bodyPr/>
          <a:lstStyle/>
          <a:p>
            <a:fld id="{80CA6EF2-A011-4821-B195-D2BDB155CEC8}"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3" name="PlaceHolder 2"/>
          <p:cNvSpPr>
            <a:spLocks noGrp="1"/>
          </p:cNvSpPr>
          <p:nvPr>
            <p:ph type="sldNum" idx="9"/>
          </p:nvPr>
        </p:nvSpPr>
        <p:spPr/>
        <p:txBody>
          <a:bodyPr/>
          <a:lstStyle/>
          <a:p>
            <a:fld id="{B1504522-6D15-4ED6-A963-9B2BA47AEE9E}" type="slidenum">
              <a:rPr/>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entered Text">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lstStyle/>
          <a:p>
            <a:fld id="{F3061806-3AD1-45B9-A7F2-E93335B476B6}" type="slidenum">
              <a:rPr/>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AndTx"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58"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59"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0"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11"/>
          </p:nvPr>
        </p:nvSpPr>
        <p:spPr/>
        <p:txBody>
          <a:bodyPr/>
          <a:lstStyle/>
          <a:p>
            <a:fld id="{18055CC1-036C-45B6-B868-96CC7D00F597}" type="slidenum">
              <a:rPr/>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Content and 2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6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8"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9"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12"/>
          </p:nvPr>
        </p:nvSpPr>
        <p:spPr/>
        <p:txBody>
          <a:bodyPr/>
          <a:lstStyle/>
          <a:p>
            <a:fld id="{7421EDD1-0573-4639-815F-25FE6E5B6178}" type="slidenum">
              <a:rPr/>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OverTx" preserve="1">
  <p:cSld name="Defaul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76"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77"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78"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13"/>
          </p:nvPr>
        </p:nvSpPr>
        <p:spPr/>
        <p:txBody>
          <a:bodyPr/>
          <a:lstStyle/>
          <a:p>
            <a:fld id="{5C29B5B5-114D-4487-8561-2136A7F11AA5}" type="slidenum">
              <a:rPr/>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Default 1">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84"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85"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5" name="PlaceHolder 4"/>
          <p:cNvSpPr>
            <a:spLocks noGrp="1"/>
          </p:cNvSpPr>
          <p:nvPr>
            <p:ph type="sldNum" idx="14"/>
          </p:nvPr>
        </p:nvSpPr>
        <p:spPr/>
        <p:txBody>
          <a:bodyPr/>
          <a:lstStyle/>
          <a:p>
            <a:fld id="{770CCE75-D2A5-4451-A68B-DC74CD24F1A6}" type="slidenum">
              <a:rPr/>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reserve="1">
  <p:cSld name="Default 2">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93"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94"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95"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96"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7" name="PlaceHolder 6"/>
          <p:cNvSpPr>
            <a:spLocks noGrp="1"/>
          </p:cNvSpPr>
          <p:nvPr>
            <p:ph type="sldNum" idx="15"/>
          </p:nvPr>
        </p:nvSpPr>
        <p:spPr/>
        <p:txBody>
          <a:bodyPr/>
          <a:lstStyle/>
          <a:p>
            <a:fld id="{269141D2-8B98-4CDE-9351-637B97E30F26}" type="slidenum">
              <a:rPr/>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Default 3">
    <p:spTree>
      <p:nvGrpSpPr>
        <p:cNvPr id="1" name=""/>
        <p:cNvGrpSpPr/>
        <p:nvPr/>
      </p:nvGrpSpPr>
      <p:grpSpPr>
        <a:xfrm>
          <a:off x="0" y="0"/>
          <a:ext cx="0" cy="0"/>
          <a:chOff x="0" y="0"/>
          <a:chExt cx="0" cy="0"/>
        </a:xfrm>
      </p:grpSpPr>
      <p:sp>
        <p:nvSpPr>
          <p:cNvPr id="2" name="PlaceHolder 1"/>
          <p:cNvSpPr>
            <a:spLocks noGrp="1"/>
          </p:cNvSpPr>
          <p:nvPr>
            <p:ph type="sldNum" idx="16"/>
          </p:nvPr>
        </p:nvSpPr>
        <p:spPr/>
        <p:txBody>
          <a:bodyPr/>
          <a:lstStyle/>
          <a:p>
            <a:fld id="{6DAAEE68-D5DC-41E1-B615-070D28065803}" type="slidenum">
              <a:rPr/>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TwoObj" preserve="1">
  <p:cSld name="Default 4">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02"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03"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04"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17"/>
          </p:nvPr>
        </p:nvSpPr>
        <p:spPr/>
        <p:txBody>
          <a:bodyPr/>
          <a:lstStyle/>
          <a:p>
            <a:fld id="{ED450036-7BB5-4555-99A7-E17F51590597}" type="slidenum">
              <a:rPr/>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AndTx" preserve="1">
  <p:cSld name="Default 4">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06"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07"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08"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17"/>
          </p:nvPr>
        </p:nvSpPr>
        <p:spPr/>
        <p:txBody>
          <a:bodyPr/>
          <a:lstStyle/>
          <a:p>
            <a:fld id="{29BE0579-0E50-4E45-B773-73AC6813B67D}" type="slidenum">
              <a:rPr/>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Default 4">
    <p:spTree>
      <p:nvGrpSpPr>
        <p:cNvPr id="1" name=""/>
        <p:cNvGrpSpPr/>
        <p:nvPr/>
      </p:nvGrpSpPr>
      <p:grpSpPr>
        <a:xfrm>
          <a:off x="0" y="0"/>
          <a:ext cx="0" cy="0"/>
          <a:chOff x="0" y="0"/>
          <a:chExt cx="0" cy="0"/>
        </a:xfrm>
      </p:grpSpPr>
      <p:sp>
        <p:nvSpPr>
          <p:cNvPr id="10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3" name="PlaceHolder 2"/>
          <p:cNvSpPr>
            <a:spLocks noGrp="1"/>
          </p:cNvSpPr>
          <p:nvPr>
            <p:ph type="sldNum" idx="17"/>
          </p:nvPr>
        </p:nvSpPr>
        <p:spPr/>
        <p:txBody>
          <a:bodyPr/>
          <a:lstStyle/>
          <a:p>
            <a:fld id="{615610D3-0427-4918-AD74-B38DD6B36624}" type="slidenum">
              <a:rPr/>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fourObj" preserve="1">
  <p:cSld name="Default 4">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1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12"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13"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14"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7" name="PlaceHolder 6"/>
          <p:cNvSpPr>
            <a:spLocks noGrp="1"/>
          </p:cNvSpPr>
          <p:nvPr>
            <p:ph type="sldNum" idx="17"/>
          </p:nvPr>
        </p:nvSpPr>
        <p:spPr/>
        <p:txBody>
          <a:bodyPr/>
          <a:lstStyle/>
          <a:p>
            <a:fld id="{CC4D4B20-4C06-44CE-A3DD-EDAA9746C63D}" type="slidenum">
              <a:rPr/>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Default 4">
    <p:spTree>
      <p:nvGrpSpPr>
        <p:cNvPr id="1" name=""/>
        <p:cNvGrpSpPr/>
        <p:nvPr/>
      </p:nvGrpSpPr>
      <p:grpSpPr>
        <a:xfrm>
          <a:off x="0" y="0"/>
          <a:ext cx="0" cy="0"/>
          <a:chOff x="0" y="0"/>
          <a:chExt cx="0" cy="0"/>
        </a:xfrm>
      </p:grpSpPr>
      <p:sp>
        <p:nvSpPr>
          <p:cNvPr id="11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1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4" name="PlaceHolder 3"/>
          <p:cNvSpPr>
            <a:spLocks noGrp="1"/>
          </p:cNvSpPr>
          <p:nvPr>
            <p:ph type="sldNum" idx="17"/>
          </p:nvPr>
        </p:nvSpPr>
        <p:spPr/>
        <p:txBody>
          <a:bodyPr/>
          <a:lstStyle/>
          <a:p>
            <a:fld id="{37674BAB-A8CE-422A-A6BA-26A7F4FD58C8}" type="slidenum">
              <a:rPr/>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Default 4">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18"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19"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5" name="PlaceHolder 4"/>
          <p:cNvSpPr>
            <a:spLocks noGrp="1"/>
          </p:cNvSpPr>
          <p:nvPr>
            <p:ph type="sldNum" idx="17"/>
          </p:nvPr>
        </p:nvSpPr>
        <p:spPr/>
        <p:txBody>
          <a:bodyPr/>
          <a:lstStyle/>
          <a:p>
            <a:fld id="{5447A6A6-D399-4279-A504-FB16A2738FFA}" type="slidenum">
              <a:rPr/>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Default 4">
    <p:spTree>
      <p:nvGrpSpPr>
        <p:cNvPr id="1" name=""/>
        <p:cNvGrpSpPr/>
        <p:nvPr/>
      </p:nvGrpSpPr>
      <p:grpSpPr>
        <a:xfrm>
          <a:off x="0" y="0"/>
          <a:ext cx="0" cy="0"/>
          <a:chOff x="0" y="0"/>
          <a:chExt cx="0" cy="0"/>
        </a:xfrm>
      </p:grpSpPr>
      <p:sp>
        <p:nvSpPr>
          <p:cNvPr id="12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21"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22"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5" name="PlaceHolder 4"/>
          <p:cNvSpPr>
            <a:spLocks noGrp="1"/>
          </p:cNvSpPr>
          <p:nvPr>
            <p:ph type="sldNum" idx="17"/>
          </p:nvPr>
        </p:nvSpPr>
        <p:spPr/>
        <p:txBody>
          <a:bodyPr/>
          <a:lstStyle/>
          <a:p>
            <a:fld id="{296E83CF-A919-44E6-A24A-5B2528618659}" type="slidenum">
              <a:rPr/>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OverTx" preserve="1">
  <p:cSld name="Default 4">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24"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25"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26"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17"/>
          </p:nvPr>
        </p:nvSpPr>
        <p:spPr/>
        <p:txBody>
          <a:bodyPr/>
          <a:lstStyle/>
          <a:p>
            <a:fld id="{709F6C80-2843-4794-81F4-D732777554FC}" type="slidenum">
              <a:rPr/>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Default 4">
    <p:spTree>
      <p:nvGrpSpPr>
        <p:cNvPr id="1" name=""/>
        <p:cNvGrpSpPr/>
        <p:nvPr/>
      </p:nvGrpSpPr>
      <p:grpSpPr>
        <a:xfrm>
          <a:off x="0" y="0"/>
          <a:ext cx="0" cy="0"/>
          <a:chOff x="0" y="0"/>
          <a:chExt cx="0" cy="0"/>
        </a:xfrm>
      </p:grpSpPr>
      <p:sp>
        <p:nvSpPr>
          <p:cNvPr id="2" name="PlaceHolder 1"/>
          <p:cNvSpPr>
            <a:spLocks noGrp="1"/>
          </p:cNvSpPr>
          <p:nvPr>
            <p:ph type="sldNum" idx="17"/>
          </p:nvPr>
        </p:nvSpPr>
        <p:spPr/>
        <p:txBody>
          <a:bodyPr/>
          <a:lstStyle/>
          <a:p>
            <a:fld id="{4D81FF69-89A5-4C9A-8073-4419EF709585}" type="slidenum">
              <a:rPr/>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TwoObj" preserve="1">
  <p:cSld name="Default 5">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33"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34"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35"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18"/>
          </p:nvPr>
        </p:nvSpPr>
        <p:spPr/>
        <p:txBody>
          <a:bodyPr/>
          <a:lstStyle/>
          <a:p>
            <a:fld id="{50ABE762-6641-44C6-84EC-F12AD25B8A38}" type="slidenum">
              <a:rPr/>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AndTx" preserve="1">
  <p:cSld name="Default 6">
    <p:spTree>
      <p:nvGrpSpPr>
        <p:cNvPr id="1" name=""/>
        <p:cNvGrpSpPr/>
        <p:nvPr/>
      </p:nvGrpSpPr>
      <p:grpSpPr>
        <a:xfrm>
          <a:off x="0" y="0"/>
          <a:ext cx="0" cy="0"/>
          <a:chOff x="0" y="0"/>
          <a:chExt cx="0" cy="0"/>
        </a:xfrm>
      </p:grpSpPr>
      <p:sp>
        <p:nvSpPr>
          <p:cNvPr id="14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42"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43"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44"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19"/>
          </p:nvPr>
        </p:nvSpPr>
        <p:spPr/>
        <p:txBody>
          <a:bodyPr/>
          <a:lstStyle/>
          <a:p>
            <a:fld id="{AFF474CD-5E7E-4183-8BFE-06080E558D81}" type="slidenum">
              <a:rPr/>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Default 7">
    <p:spTree>
      <p:nvGrpSpPr>
        <p:cNvPr id="1" name=""/>
        <p:cNvGrpSpPr/>
        <p:nvPr/>
      </p:nvGrpSpPr>
      <p:grpSpPr>
        <a:xfrm>
          <a:off x="0" y="0"/>
          <a:ext cx="0" cy="0"/>
          <a:chOff x="0" y="0"/>
          <a:chExt cx="0" cy="0"/>
        </a:xfrm>
      </p:grpSpPr>
      <p:sp>
        <p:nvSpPr>
          <p:cNvPr id="14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3" name="PlaceHolder 2"/>
          <p:cNvSpPr>
            <a:spLocks noGrp="1"/>
          </p:cNvSpPr>
          <p:nvPr>
            <p:ph type="sldNum" idx="20"/>
          </p:nvPr>
        </p:nvSpPr>
        <p:spPr/>
        <p:txBody>
          <a:bodyPr/>
          <a:lstStyle/>
          <a:p>
            <a:fld id="{CC961ADD-CB0B-417F-9300-51CFDFBA17C5}" type="slidenum">
              <a:rPr/>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fourObj" preserve="1">
  <p:cSld name="Default 8">
    <p:spTree>
      <p:nvGrpSpPr>
        <p:cNvPr id="1" name=""/>
        <p:cNvGrpSpPr/>
        <p:nvPr/>
      </p:nvGrpSpPr>
      <p:grpSpPr>
        <a:xfrm>
          <a:off x="0" y="0"/>
          <a:ext cx="0" cy="0"/>
          <a:chOff x="0" y="0"/>
          <a:chExt cx="0" cy="0"/>
        </a:xfrm>
      </p:grpSpPr>
      <p:sp>
        <p:nvSpPr>
          <p:cNvPr id="15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55"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56"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57"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58"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7" name="PlaceHolder 6"/>
          <p:cNvSpPr>
            <a:spLocks noGrp="1"/>
          </p:cNvSpPr>
          <p:nvPr>
            <p:ph type="sldNum" idx="21"/>
          </p:nvPr>
        </p:nvSpPr>
        <p:spPr/>
        <p:txBody>
          <a:bodyPr/>
          <a:lstStyle/>
          <a:p>
            <a:fld id="{4C8C5935-D2EE-4CED-9F06-E19EB115BBC1}" type="slidenum">
              <a:rPr/>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 preserve="1">
  <p:cSld name="Default 9">
    <p:spTree>
      <p:nvGrpSpPr>
        <p:cNvPr id="1" name=""/>
        <p:cNvGrpSpPr/>
        <p:nvPr/>
      </p:nvGrpSpPr>
      <p:grpSpPr>
        <a:xfrm>
          <a:off x="0" y="0"/>
          <a:ext cx="0" cy="0"/>
          <a:chOff x="0" y="0"/>
          <a:chExt cx="0" cy="0"/>
        </a:xfrm>
      </p:grpSpPr>
      <p:sp>
        <p:nvSpPr>
          <p:cNvPr id="16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63"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4" name="PlaceHolder 3"/>
          <p:cNvSpPr>
            <a:spLocks noGrp="1"/>
          </p:cNvSpPr>
          <p:nvPr>
            <p:ph type="sldNum" idx="22"/>
          </p:nvPr>
        </p:nvSpPr>
        <p:spPr/>
        <p:txBody>
          <a:bodyPr/>
          <a:lstStyle/>
          <a:p>
            <a:fld id="{BAC1DD97-7C7E-4769-9E17-5299D6F21A35}" type="slidenum">
              <a:rPr/>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OverTx" preserve="1">
  <p:cSld name="Default 10">
    <p:spTree>
      <p:nvGrpSpPr>
        <p:cNvPr id="1" name=""/>
        <p:cNvGrpSpPr/>
        <p:nvPr/>
      </p:nvGrpSpPr>
      <p:grpSpPr>
        <a:xfrm>
          <a:off x="0" y="0"/>
          <a:ext cx="0" cy="0"/>
          <a:chOff x="0" y="0"/>
          <a:chExt cx="0" cy="0"/>
        </a:xfrm>
      </p:grpSpPr>
      <p:sp>
        <p:nvSpPr>
          <p:cNvPr id="16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69"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70"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5" name="PlaceHolder 4"/>
          <p:cNvSpPr>
            <a:spLocks noGrp="1"/>
          </p:cNvSpPr>
          <p:nvPr>
            <p:ph type="sldNum" idx="23"/>
          </p:nvPr>
        </p:nvSpPr>
        <p:spPr/>
        <p:txBody>
          <a:bodyPr/>
          <a:lstStyle/>
          <a:p>
            <a:fld id="{D681A7F7-28B2-4C91-B96C-3B17CABEB1AD}" type="slidenum">
              <a:rPr/>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Default 11">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76"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77"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5" name="PlaceHolder 4"/>
          <p:cNvSpPr>
            <a:spLocks noGrp="1"/>
          </p:cNvSpPr>
          <p:nvPr>
            <p:ph type="sldNum" idx="24"/>
          </p:nvPr>
        </p:nvSpPr>
        <p:spPr/>
        <p:txBody>
          <a:bodyPr/>
          <a:lstStyle/>
          <a:p>
            <a:fld id="{1EFB2D06-6315-41FC-BE03-D7A62976F3C7}" type="slidenum">
              <a:rPr/>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Default 12">
    <p:spTree>
      <p:nvGrpSpPr>
        <p:cNvPr id="1" name=""/>
        <p:cNvGrpSpPr/>
        <p:nvPr/>
      </p:nvGrpSpPr>
      <p:grpSpPr>
        <a:xfrm>
          <a:off x="0" y="0"/>
          <a:ext cx="0" cy="0"/>
          <a:chOff x="0" y="0"/>
          <a:chExt cx="0" cy="0"/>
        </a:xfrm>
      </p:grpSpPr>
      <p:sp>
        <p:nvSpPr>
          <p:cNvPr id="18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84"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85"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86"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25"/>
          </p:nvPr>
        </p:nvSpPr>
        <p:spPr/>
        <p:txBody>
          <a:bodyPr/>
          <a:lstStyle/>
          <a:p>
            <a:fld id="{331AA131-6F78-487E-A026-4A13A96C12EC}" type="slidenum">
              <a:rPr/>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AndTwoObj" preserve="1">
  <p:cSld name="Default 13">
    <p:spTree>
      <p:nvGrpSpPr>
        <p:cNvPr id="1" name=""/>
        <p:cNvGrpSpPr/>
        <p:nvPr/>
      </p:nvGrpSpPr>
      <p:grpSpPr>
        <a:xfrm>
          <a:off x="0" y="0"/>
          <a:ext cx="0" cy="0"/>
          <a:chOff x="0" y="0"/>
          <a:chExt cx="0" cy="0"/>
        </a:xfrm>
      </p:grpSpPr>
      <p:sp>
        <p:nvSpPr>
          <p:cNvPr id="19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193"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94"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195"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26"/>
          </p:nvPr>
        </p:nvSpPr>
        <p:spPr/>
        <p:txBody>
          <a:bodyPr/>
          <a:lstStyle/>
          <a:p>
            <a:fld id="{6F528FB0-2A31-45B0-9CEA-02A9FE0C6A67}" type="slidenum">
              <a:rPr/>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AndTx" preserve="1">
  <p:cSld name="Default 14">
    <p:spTree>
      <p:nvGrpSpPr>
        <p:cNvPr id="1" name=""/>
        <p:cNvGrpSpPr/>
        <p:nvPr/>
      </p:nvGrpSpPr>
      <p:grpSpPr>
        <a:xfrm>
          <a:off x="0" y="0"/>
          <a:ext cx="0" cy="0"/>
          <a:chOff x="0" y="0"/>
          <a:chExt cx="0" cy="0"/>
        </a:xfrm>
      </p:grpSpPr>
      <p:sp>
        <p:nvSpPr>
          <p:cNvPr id="20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202"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03"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04"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27"/>
          </p:nvPr>
        </p:nvSpPr>
        <p:spPr/>
        <p:txBody>
          <a:bodyPr/>
          <a:lstStyle/>
          <a:p>
            <a:fld id="{05879707-525B-44C9-95F1-D7AA84109BD4}" type="slidenum">
              <a:rPr/>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Default 15">
    <p:spTree>
      <p:nvGrpSpPr>
        <p:cNvPr id="1" name=""/>
        <p:cNvGrpSpPr/>
        <p:nvPr/>
      </p:nvGrpSpPr>
      <p:grpSpPr>
        <a:xfrm>
          <a:off x="0" y="0"/>
          <a:ext cx="0" cy="0"/>
          <a:chOff x="0" y="0"/>
          <a:chExt cx="0" cy="0"/>
        </a:xfrm>
      </p:grpSpPr>
      <p:sp>
        <p:nvSpPr>
          <p:cNvPr id="20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3" name="PlaceHolder 2"/>
          <p:cNvSpPr>
            <a:spLocks noGrp="1"/>
          </p:cNvSpPr>
          <p:nvPr>
            <p:ph type="sldNum" idx="28"/>
          </p:nvPr>
        </p:nvSpPr>
        <p:spPr/>
        <p:txBody>
          <a:bodyPr/>
          <a:lstStyle/>
          <a:p>
            <a:fld id="{9859AC2F-2066-43B0-ABA2-C9AD51256593}" type="slidenum">
              <a:rPr/>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fourObj" preserve="1">
  <p:cSld name="Default 16">
    <p:spTree>
      <p:nvGrpSpPr>
        <p:cNvPr id="1" name=""/>
        <p:cNvGrpSpPr/>
        <p:nvPr/>
      </p:nvGrpSpPr>
      <p:grpSpPr>
        <a:xfrm>
          <a:off x="0" y="0"/>
          <a:ext cx="0" cy="0"/>
          <a:chOff x="0" y="0"/>
          <a:chExt cx="0" cy="0"/>
        </a:xfrm>
      </p:grpSpPr>
      <p:sp>
        <p:nvSpPr>
          <p:cNvPr id="21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215"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16"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17"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18"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7" name="PlaceHolder 6"/>
          <p:cNvSpPr>
            <a:spLocks noGrp="1"/>
          </p:cNvSpPr>
          <p:nvPr>
            <p:ph type="sldNum" idx="29"/>
          </p:nvPr>
        </p:nvSpPr>
        <p:spPr/>
        <p:txBody>
          <a:bodyPr/>
          <a:lstStyle/>
          <a:p>
            <a:fld id="{9FB4DB77-1D7A-47E1-B72E-FE8942EDB61F}" type="slidenum">
              <a:rPr/>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Default 17">
    <p:spTree>
      <p:nvGrpSpPr>
        <p:cNvPr id="1" name=""/>
        <p:cNvGrpSpPr/>
        <p:nvPr/>
      </p:nvGrpSpPr>
      <p:grpSpPr>
        <a:xfrm>
          <a:off x="0" y="0"/>
          <a:ext cx="0" cy="0"/>
          <a:chOff x="0" y="0"/>
          <a:chExt cx="0" cy="0"/>
        </a:xfrm>
      </p:grpSpPr>
      <p:sp>
        <p:nvSpPr>
          <p:cNvPr id="22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223"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4" name="PlaceHolder 3"/>
          <p:cNvSpPr>
            <a:spLocks noGrp="1"/>
          </p:cNvSpPr>
          <p:nvPr>
            <p:ph type="sldNum" idx="30"/>
          </p:nvPr>
        </p:nvSpPr>
        <p:spPr/>
        <p:txBody>
          <a:bodyPr/>
          <a:lstStyle/>
          <a:p>
            <a:fld id="{CA9501ED-D754-4171-AF06-288916201CA7}" type="slidenum">
              <a:rPr/>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OverTx" preserve="1">
  <p:cSld name="Default 18">
    <p:spTree>
      <p:nvGrpSpPr>
        <p:cNvPr id="1" name=""/>
        <p:cNvGrpSpPr/>
        <p:nvPr/>
      </p:nvGrpSpPr>
      <p:grpSpPr>
        <a:xfrm>
          <a:off x="0" y="0"/>
          <a:ext cx="0" cy="0"/>
          <a:chOff x="0" y="0"/>
          <a:chExt cx="0" cy="0"/>
        </a:xfrm>
      </p:grpSpPr>
      <p:sp>
        <p:nvSpPr>
          <p:cNvPr id="22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229"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30"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5" name="PlaceHolder 4"/>
          <p:cNvSpPr>
            <a:spLocks noGrp="1"/>
          </p:cNvSpPr>
          <p:nvPr>
            <p:ph type="sldNum" idx="31"/>
          </p:nvPr>
        </p:nvSpPr>
        <p:spPr/>
        <p:txBody>
          <a:bodyPr/>
          <a:lstStyle/>
          <a:p>
            <a:fld id="{61B44B5B-F20B-4D07-9D88-4F8A5B7093DA}" type="slidenum">
              <a:rPr/>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Default 19">
    <p:spTree>
      <p:nvGrpSpPr>
        <p:cNvPr id="1" name=""/>
        <p:cNvGrpSpPr/>
        <p:nvPr/>
      </p:nvGrpSpPr>
      <p:grpSpPr>
        <a:xfrm>
          <a:off x="0" y="0"/>
          <a:ext cx="0" cy="0"/>
          <a:chOff x="0" y="0"/>
          <a:chExt cx="0" cy="0"/>
        </a:xfrm>
      </p:grpSpPr>
      <p:sp>
        <p:nvSpPr>
          <p:cNvPr id="23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236"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37"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5" name="PlaceHolder 4"/>
          <p:cNvSpPr>
            <a:spLocks noGrp="1"/>
          </p:cNvSpPr>
          <p:nvPr>
            <p:ph type="sldNum" idx="32"/>
          </p:nvPr>
        </p:nvSpPr>
        <p:spPr/>
        <p:txBody>
          <a:bodyPr/>
          <a:lstStyle/>
          <a:p>
            <a:fld id="{6DED6CB6-0026-48BE-8E0F-985C3D2BEA6B}" type="slidenum">
              <a:rPr/>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OverTx" preserve="1">
  <p:cSld name="Default 20">
    <p:spTree>
      <p:nvGrpSpPr>
        <p:cNvPr id="1" name=""/>
        <p:cNvGrpSpPr/>
        <p:nvPr/>
      </p:nvGrpSpPr>
      <p:grpSpPr>
        <a:xfrm>
          <a:off x="0" y="0"/>
          <a:ext cx="0" cy="0"/>
          <a:chOff x="0" y="0"/>
          <a:chExt cx="0" cy="0"/>
        </a:xfrm>
      </p:grpSpPr>
      <p:sp>
        <p:nvSpPr>
          <p:cNvPr id="24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244"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45"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46"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33"/>
          </p:nvPr>
        </p:nvSpPr>
        <p:spPr/>
        <p:txBody>
          <a:bodyPr/>
          <a:lstStyle/>
          <a:p>
            <a:fld id="{5C9AC374-4635-4417-935B-2B7A465C9A21}" type="slidenum">
              <a:rPr/>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reserve="1">
  <p:cSld name="Default 21">
    <p:spTree>
      <p:nvGrpSpPr>
        <p:cNvPr id="1" name=""/>
        <p:cNvGrpSpPr/>
        <p:nvPr/>
      </p:nvGrpSpPr>
      <p:grpSpPr>
        <a:xfrm>
          <a:off x="0" y="0"/>
          <a:ext cx="0" cy="0"/>
          <a:chOff x="0" y="0"/>
          <a:chExt cx="0" cy="0"/>
        </a:xfrm>
      </p:grpSpPr>
      <p:sp>
        <p:nvSpPr>
          <p:cNvPr id="25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251"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4" name="PlaceHolder 3"/>
          <p:cNvSpPr>
            <a:spLocks noGrp="1"/>
          </p:cNvSpPr>
          <p:nvPr>
            <p:ph type="sldNum" idx="34"/>
          </p:nvPr>
        </p:nvSpPr>
        <p:spPr/>
        <p:txBody>
          <a:bodyPr/>
          <a:lstStyle/>
          <a:p>
            <a:fld id="{9B930C1B-E2F2-4666-BD13-5347B54787F5}" type="slidenum">
              <a:rPr/>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Default 22">
    <p:spTree>
      <p:nvGrpSpPr>
        <p:cNvPr id="1" name=""/>
        <p:cNvGrpSpPr/>
        <p:nvPr/>
      </p:nvGrpSpPr>
      <p:grpSpPr>
        <a:xfrm>
          <a:off x="0" y="0"/>
          <a:ext cx="0" cy="0"/>
          <a:chOff x="0" y="0"/>
          <a:chExt cx="0" cy="0"/>
        </a:xfrm>
      </p:grpSpPr>
      <p:sp>
        <p:nvSpPr>
          <p:cNvPr id="25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25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4" name="PlaceHolder 3"/>
          <p:cNvSpPr>
            <a:spLocks noGrp="1"/>
          </p:cNvSpPr>
          <p:nvPr>
            <p:ph type="sldNum" idx="35"/>
          </p:nvPr>
        </p:nvSpPr>
        <p:spPr/>
        <p:txBody>
          <a:bodyPr/>
          <a:lstStyle/>
          <a:p>
            <a:fld id="{577BA192-E010-4ADD-8367-F50EE5CDEE3A}" type="slidenum">
              <a:rPr/>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Default 23">
    <p:spTree>
      <p:nvGrpSpPr>
        <p:cNvPr id="1" name=""/>
        <p:cNvGrpSpPr/>
        <p:nvPr/>
      </p:nvGrpSpPr>
      <p:grpSpPr>
        <a:xfrm>
          <a:off x="0" y="0"/>
          <a:ext cx="0" cy="0"/>
          <a:chOff x="0" y="0"/>
          <a:chExt cx="0" cy="0"/>
        </a:xfrm>
      </p:grpSpPr>
      <p:sp>
        <p:nvSpPr>
          <p:cNvPr id="26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262"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63"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5" name="PlaceHolder 4"/>
          <p:cNvSpPr>
            <a:spLocks noGrp="1"/>
          </p:cNvSpPr>
          <p:nvPr>
            <p:ph type="sldNum" idx="36"/>
          </p:nvPr>
        </p:nvSpPr>
        <p:spPr/>
        <p:txBody>
          <a:bodyPr/>
          <a:lstStyle/>
          <a:p>
            <a:fld id="{4928DA44-A5E2-44B2-B572-D8779137D2AA}" type="slidenum">
              <a:rPr/>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Default 24">
    <p:spTree>
      <p:nvGrpSpPr>
        <p:cNvPr id="1" name=""/>
        <p:cNvGrpSpPr/>
        <p:nvPr/>
      </p:nvGrpSpPr>
      <p:grpSpPr>
        <a:xfrm>
          <a:off x="0" y="0"/>
          <a:ext cx="0" cy="0"/>
          <a:chOff x="0" y="0"/>
          <a:chExt cx="0" cy="0"/>
        </a:xfrm>
      </p:grpSpPr>
      <p:sp>
        <p:nvSpPr>
          <p:cNvPr id="26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3" name="PlaceHolder 2"/>
          <p:cNvSpPr>
            <a:spLocks noGrp="1"/>
          </p:cNvSpPr>
          <p:nvPr>
            <p:ph type="sldNum" idx="37"/>
          </p:nvPr>
        </p:nvSpPr>
        <p:spPr/>
        <p:txBody>
          <a:bodyPr/>
          <a:lstStyle/>
          <a:p>
            <a:fld id="{CFCAAF6F-CA14-4447-BE8B-0640F2AE7865}" type="slidenum">
              <a:rPr/>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Default 25">
    <p:spTree>
      <p:nvGrpSpPr>
        <p:cNvPr id="1" name=""/>
        <p:cNvGrpSpPr/>
        <p:nvPr/>
      </p:nvGrpSpPr>
      <p:grpSpPr>
        <a:xfrm>
          <a:off x="0" y="0"/>
          <a:ext cx="0" cy="0"/>
          <a:chOff x="0" y="0"/>
          <a:chExt cx="0" cy="0"/>
        </a:xfrm>
      </p:grpSpPr>
      <p:sp>
        <p:nvSpPr>
          <p:cNvPr id="2" name="PlaceHolder 1"/>
          <p:cNvSpPr>
            <a:spLocks noGrp="1"/>
          </p:cNvSpPr>
          <p:nvPr>
            <p:ph type="sldNum" idx="38"/>
          </p:nvPr>
        </p:nvSpPr>
        <p:spPr/>
        <p:txBody>
          <a:bodyPr/>
          <a:lstStyle/>
          <a:p>
            <a:fld id="{1A8A4E1E-C7FA-4F4D-A445-BD0F6CFF1BF0}" type="slidenum">
              <a:rPr/>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AndTx" preserve="1">
  <p:cSld name="Default 26">
    <p:spTree>
      <p:nvGrpSpPr>
        <p:cNvPr id="1" name=""/>
        <p:cNvGrpSpPr/>
        <p:nvPr/>
      </p:nvGrpSpPr>
      <p:grpSpPr>
        <a:xfrm>
          <a:off x="0" y="0"/>
          <a:ext cx="0" cy="0"/>
          <a:chOff x="0" y="0"/>
          <a:chExt cx="0" cy="0"/>
        </a:xfrm>
      </p:grpSpPr>
      <p:sp>
        <p:nvSpPr>
          <p:cNvPr id="27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274"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75"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76"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39"/>
          </p:nvPr>
        </p:nvSpPr>
        <p:spPr/>
        <p:txBody>
          <a:bodyPr/>
          <a:lstStyle/>
          <a:p>
            <a:fld id="{1258FCBB-981D-47C1-9278-5482B94785FF}" type="slidenum">
              <a:rPr/>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AndTwoObj" preserve="1">
  <p:cSld name="Default 27">
    <p:spTree>
      <p:nvGrpSpPr>
        <p:cNvPr id="1" name=""/>
        <p:cNvGrpSpPr/>
        <p:nvPr/>
      </p:nvGrpSpPr>
      <p:grpSpPr>
        <a:xfrm>
          <a:off x="0" y="0"/>
          <a:ext cx="0" cy="0"/>
          <a:chOff x="0" y="0"/>
          <a:chExt cx="0" cy="0"/>
        </a:xfrm>
      </p:grpSpPr>
      <p:sp>
        <p:nvSpPr>
          <p:cNvPr id="28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283"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84"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85"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40"/>
          </p:nvPr>
        </p:nvSpPr>
        <p:spPr/>
        <p:txBody>
          <a:bodyPr/>
          <a:lstStyle/>
          <a:p>
            <a:fld id="{ADACB7CB-6BDA-4C1C-AD8F-F5115FBE1F05}" type="slidenum">
              <a:rPr/>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OverTx" preserve="1">
  <p:cSld name="Default 28">
    <p:spTree>
      <p:nvGrpSpPr>
        <p:cNvPr id="1" name=""/>
        <p:cNvGrpSpPr/>
        <p:nvPr/>
      </p:nvGrpSpPr>
      <p:grpSpPr>
        <a:xfrm>
          <a:off x="0" y="0"/>
          <a:ext cx="0" cy="0"/>
          <a:chOff x="0" y="0"/>
          <a:chExt cx="0" cy="0"/>
        </a:xfrm>
      </p:grpSpPr>
      <p:sp>
        <p:nvSpPr>
          <p:cNvPr id="29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292"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93"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294"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41"/>
          </p:nvPr>
        </p:nvSpPr>
        <p:spPr/>
        <p:txBody>
          <a:bodyPr/>
          <a:lstStyle/>
          <a:p>
            <a:fld id="{29E92E6E-9019-4F3E-84FA-0B463811EE33}" type="slidenum">
              <a:rPr/>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OverTx" preserve="1">
  <p:cSld name="Default 29">
    <p:spTree>
      <p:nvGrpSpPr>
        <p:cNvPr id="1" name=""/>
        <p:cNvGrpSpPr/>
        <p:nvPr/>
      </p:nvGrpSpPr>
      <p:grpSpPr>
        <a:xfrm>
          <a:off x="0" y="0"/>
          <a:ext cx="0" cy="0"/>
          <a:chOff x="0" y="0"/>
          <a:chExt cx="0" cy="0"/>
        </a:xfrm>
      </p:grpSpPr>
      <p:sp>
        <p:nvSpPr>
          <p:cNvPr id="29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300"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301"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5" name="PlaceHolder 4"/>
          <p:cNvSpPr>
            <a:spLocks noGrp="1"/>
          </p:cNvSpPr>
          <p:nvPr>
            <p:ph type="sldNum" idx="42"/>
          </p:nvPr>
        </p:nvSpPr>
        <p:spPr/>
        <p:txBody>
          <a:bodyPr/>
          <a:lstStyle/>
          <a:p>
            <a:fld id="{72B7660C-BF47-4E37-AE87-BBEE3989B4A6}" type="slidenum">
              <a:rPr/>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fourObj" preserve="1">
  <p:cSld name="Default 30">
    <p:spTree>
      <p:nvGrpSpPr>
        <p:cNvPr id="1" name=""/>
        <p:cNvGrpSpPr/>
        <p:nvPr/>
      </p:nvGrpSpPr>
      <p:grpSpPr>
        <a:xfrm>
          <a:off x="0" y="0"/>
          <a:ext cx="0" cy="0"/>
          <a:chOff x="0" y="0"/>
          <a:chExt cx="0" cy="0"/>
        </a:xfrm>
      </p:grpSpPr>
      <p:sp>
        <p:nvSpPr>
          <p:cNvPr id="30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309"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310"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311"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312"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7" name="PlaceHolder 6"/>
          <p:cNvSpPr>
            <a:spLocks noGrp="1"/>
          </p:cNvSpPr>
          <p:nvPr>
            <p:ph type="sldNum" idx="43"/>
          </p:nvPr>
        </p:nvSpPr>
        <p:spPr/>
        <p:txBody>
          <a:bodyPr/>
          <a:lstStyle/>
          <a:p>
            <a:fld id="{BE4844A8-3454-490C-AFD9-E1EAD099E2C7}" type="slidenum">
              <a:rPr/>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Default 31">
    <p:spTree>
      <p:nvGrpSpPr>
        <p:cNvPr id="1" name=""/>
        <p:cNvGrpSpPr/>
        <p:nvPr/>
      </p:nvGrpSpPr>
      <p:grpSpPr>
        <a:xfrm>
          <a:off x="0" y="0"/>
          <a:ext cx="0" cy="0"/>
          <a:chOff x="0" y="0"/>
          <a:chExt cx="0" cy="0"/>
        </a:xfrm>
      </p:grpSpPr>
      <p:sp>
        <p:nvSpPr>
          <p:cNvPr id="2" name="PlaceHolder 1"/>
          <p:cNvSpPr>
            <a:spLocks noGrp="1"/>
          </p:cNvSpPr>
          <p:nvPr>
            <p:ph type="sldNum" idx="44"/>
          </p:nvPr>
        </p:nvSpPr>
        <p:spPr/>
        <p:txBody>
          <a:bodyPr/>
          <a:lstStyle/>
          <a:p>
            <a:fld id="{BFC6876A-9854-447D-937F-BFDF659DBE92}" type="slidenum">
              <a:rPr/>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Default 32">
    <p:spTree>
      <p:nvGrpSpPr>
        <p:cNvPr id="1" name=""/>
        <p:cNvGrpSpPr/>
        <p:nvPr/>
      </p:nvGrpSpPr>
      <p:grpSpPr>
        <a:xfrm>
          <a:off x="0" y="0"/>
          <a:ext cx="0" cy="0"/>
          <a:chOff x="0" y="0"/>
          <a:chExt cx="0" cy="0"/>
        </a:xfrm>
      </p:grpSpPr>
      <p:sp>
        <p:nvSpPr>
          <p:cNvPr id="2" name="PlaceHolder 1"/>
          <p:cNvSpPr>
            <a:spLocks noGrp="1"/>
          </p:cNvSpPr>
          <p:nvPr>
            <p:ph type="sldNum" idx="45"/>
          </p:nvPr>
        </p:nvSpPr>
        <p:spPr/>
        <p:txBody>
          <a:bodyPr/>
          <a:lstStyle/>
          <a:p>
            <a:fld id="{A50EFF80-CA9B-4C0F-AA2F-125215F9B20F}" type="slidenum">
              <a:rPr/>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x" preserve="1">
  <p:cSld name="Default 33">
    <p:spTree>
      <p:nvGrpSpPr>
        <p:cNvPr id="1" name=""/>
        <p:cNvGrpSpPr/>
        <p:nvPr/>
      </p:nvGrpSpPr>
      <p:grpSpPr>
        <a:xfrm>
          <a:off x="0" y="0"/>
          <a:ext cx="0" cy="0"/>
          <a:chOff x="0" y="0"/>
          <a:chExt cx="0" cy="0"/>
        </a:xfrm>
      </p:grpSpPr>
      <p:sp>
        <p:nvSpPr>
          <p:cNvPr id="31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319"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4" name="PlaceHolder 3"/>
          <p:cNvSpPr>
            <a:spLocks noGrp="1"/>
          </p:cNvSpPr>
          <p:nvPr>
            <p:ph type="sldNum" idx="46"/>
          </p:nvPr>
        </p:nvSpPr>
        <p:spPr/>
        <p:txBody>
          <a:bodyPr/>
          <a:lstStyle/>
          <a:p>
            <a:fld id="{7C63B164-F5F8-4053-ADA7-5CEBBC20F33F}" type="slidenum">
              <a:rPr/>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Default 34">
    <p:spTree>
      <p:nvGrpSpPr>
        <p:cNvPr id="1" name=""/>
        <p:cNvGrpSpPr/>
        <p:nvPr/>
      </p:nvGrpSpPr>
      <p:grpSpPr>
        <a:xfrm>
          <a:off x="0" y="0"/>
          <a:ext cx="0" cy="0"/>
          <a:chOff x="0" y="0"/>
          <a:chExt cx="0" cy="0"/>
        </a:xfrm>
      </p:grpSpPr>
      <p:sp>
        <p:nvSpPr>
          <p:cNvPr id="32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324"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4" name="PlaceHolder 3"/>
          <p:cNvSpPr>
            <a:spLocks noGrp="1"/>
          </p:cNvSpPr>
          <p:nvPr>
            <p:ph type="sldNum" idx="47"/>
          </p:nvPr>
        </p:nvSpPr>
        <p:spPr/>
        <p:txBody>
          <a:bodyPr/>
          <a:lstStyle/>
          <a:p>
            <a:fld id="{23572647-534C-4948-9AEA-C438DA50AEF9}" type="slidenum">
              <a:rPr/>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Default 35">
    <p:spTree>
      <p:nvGrpSpPr>
        <p:cNvPr id="1" name=""/>
        <p:cNvGrpSpPr/>
        <p:nvPr/>
      </p:nvGrpSpPr>
      <p:grpSpPr>
        <a:xfrm>
          <a:off x="0" y="0"/>
          <a:ext cx="0" cy="0"/>
          <a:chOff x="0" y="0"/>
          <a:chExt cx="0" cy="0"/>
        </a:xfrm>
      </p:grpSpPr>
      <p:sp>
        <p:nvSpPr>
          <p:cNvPr id="32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330"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331"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5" name="PlaceHolder 4"/>
          <p:cNvSpPr>
            <a:spLocks noGrp="1"/>
          </p:cNvSpPr>
          <p:nvPr>
            <p:ph type="sldNum" idx="48"/>
          </p:nvPr>
        </p:nvSpPr>
        <p:spPr/>
        <p:txBody>
          <a:bodyPr/>
          <a:lstStyle/>
          <a:p>
            <a:fld id="{F3FB81C2-B579-4AF9-91E1-8F31E201B433}" type="slidenum">
              <a:rPr/>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Default 36">
    <p:spTree>
      <p:nvGrpSpPr>
        <p:cNvPr id="1" name=""/>
        <p:cNvGrpSpPr/>
        <p:nvPr/>
      </p:nvGrpSpPr>
      <p:grpSpPr>
        <a:xfrm>
          <a:off x="0" y="0"/>
          <a:ext cx="0" cy="0"/>
          <a:chOff x="0" y="0"/>
          <a:chExt cx="0" cy="0"/>
        </a:xfrm>
      </p:grpSpPr>
      <p:sp>
        <p:nvSpPr>
          <p:cNvPr id="33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3" name="PlaceHolder 2"/>
          <p:cNvSpPr>
            <a:spLocks noGrp="1"/>
          </p:cNvSpPr>
          <p:nvPr>
            <p:ph type="sldNum" idx="49"/>
          </p:nvPr>
        </p:nvSpPr>
        <p:spPr/>
        <p:txBody>
          <a:bodyPr/>
          <a:lstStyle/>
          <a:p>
            <a:fld id="{F00186F9-4695-4DB2-8992-DD453B27F67A}" type="slidenum">
              <a:rPr/>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Default 37">
    <p:spTree>
      <p:nvGrpSpPr>
        <p:cNvPr id="1" name=""/>
        <p:cNvGrpSpPr/>
        <p:nvPr/>
      </p:nvGrpSpPr>
      <p:grpSpPr>
        <a:xfrm>
          <a:off x="0" y="0"/>
          <a:ext cx="0" cy="0"/>
          <a:chOff x="0" y="0"/>
          <a:chExt cx="0" cy="0"/>
        </a:xfrm>
      </p:grpSpPr>
      <p:sp>
        <p:nvSpPr>
          <p:cNvPr id="2" name="PlaceHolder 1"/>
          <p:cNvSpPr>
            <a:spLocks noGrp="1"/>
          </p:cNvSpPr>
          <p:nvPr>
            <p:ph type="sldNum" idx="50"/>
          </p:nvPr>
        </p:nvSpPr>
        <p:spPr/>
        <p:txBody>
          <a:bodyPr/>
          <a:lstStyle/>
          <a:p>
            <a:fld id="{F8CA7EAC-27A8-47DA-AC3C-7A3B9B145521}" type="slidenum">
              <a:rPr/>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AndTx" preserve="1">
  <p:cSld name="Default 38">
    <p:spTree>
      <p:nvGrpSpPr>
        <p:cNvPr id="1" name=""/>
        <p:cNvGrpSpPr/>
        <p:nvPr/>
      </p:nvGrpSpPr>
      <p:grpSpPr>
        <a:xfrm>
          <a:off x="0" y="0"/>
          <a:ext cx="0" cy="0"/>
          <a:chOff x="0" y="0"/>
          <a:chExt cx="0" cy="0"/>
        </a:xfrm>
      </p:grpSpPr>
      <p:sp>
        <p:nvSpPr>
          <p:cNvPr id="34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342"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343"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344"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51"/>
          </p:nvPr>
        </p:nvSpPr>
        <p:spPr/>
        <p:txBody>
          <a:bodyPr/>
          <a:lstStyle/>
          <a:p>
            <a:fld id="{CD4CEF73-8ADF-4F00-8E5D-9494A6C2FD88}" type="slidenum">
              <a:rPr/>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AndTwoObj" preserve="1">
  <p:cSld name="Default 39">
    <p:spTree>
      <p:nvGrpSpPr>
        <p:cNvPr id="1" name=""/>
        <p:cNvGrpSpPr/>
        <p:nvPr/>
      </p:nvGrpSpPr>
      <p:grpSpPr>
        <a:xfrm>
          <a:off x="0" y="0"/>
          <a:ext cx="0" cy="0"/>
          <a:chOff x="0" y="0"/>
          <a:chExt cx="0" cy="0"/>
        </a:xfrm>
      </p:grpSpPr>
      <p:sp>
        <p:nvSpPr>
          <p:cNvPr id="35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90204"/>
            </a:endParaRPr>
          </a:p>
        </p:txBody>
      </p:sp>
      <p:sp>
        <p:nvSpPr>
          <p:cNvPr id="351"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352"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353"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90204"/>
            </a:endParaRPr>
          </a:p>
        </p:txBody>
      </p:sp>
      <p:sp>
        <p:nvSpPr>
          <p:cNvPr id="6" name="PlaceHolder 5"/>
          <p:cNvSpPr>
            <a:spLocks noGrp="1"/>
          </p:cNvSpPr>
          <p:nvPr>
            <p:ph type="sldNum" idx="52"/>
          </p:nvPr>
        </p:nvSpPr>
        <p:spPr/>
        <p:txBody>
          <a:bodyPr/>
          <a:lstStyle/>
          <a:p>
            <a:fld id="{E23CA766-EFF0-4595-8057-B8CF642744D8}"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0"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26.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27.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8.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9.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30.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31.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32.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33.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34.xml"/></Relationships>
</file>

<file path=ppt/slideMasters/_rels/slideMaster27.xml.rels><?xml version="1.0" encoding="UTF-8" standalone="yes"?>
<Relationships xmlns="http://schemas.openxmlformats.org/package/2006/relationships"><Relationship Id="rId2" Type="http://schemas.openxmlformats.org/officeDocument/2006/relationships/theme" Target="../theme/theme27.xml"/><Relationship Id="rId1" Type="http://schemas.openxmlformats.org/officeDocument/2006/relationships/slideLayout" Target="../slideLayouts/slideLayout35.xml"/></Relationships>
</file>

<file path=ppt/slideMasters/_rels/slideMaster28.xml.rels><?xml version="1.0" encoding="UTF-8" standalone="yes"?>
<Relationships xmlns="http://schemas.openxmlformats.org/package/2006/relationships"><Relationship Id="rId2" Type="http://schemas.openxmlformats.org/officeDocument/2006/relationships/theme" Target="../theme/theme28.xml"/><Relationship Id="rId1" Type="http://schemas.openxmlformats.org/officeDocument/2006/relationships/slideLayout" Target="../slideLayouts/slideLayout36.xml"/></Relationships>
</file>

<file path=ppt/slideMasters/_rels/slideMaster29.xml.rels><?xml version="1.0" encoding="UTF-8" standalone="yes"?>
<Relationships xmlns="http://schemas.openxmlformats.org/package/2006/relationships"><Relationship Id="rId2" Type="http://schemas.openxmlformats.org/officeDocument/2006/relationships/theme" Target="../theme/theme29.xml"/><Relationship Id="rId1" Type="http://schemas.openxmlformats.org/officeDocument/2006/relationships/slideLayout" Target="../slideLayouts/slideLayout37.xml"/></Relationships>
</file>

<file path=ppt/slideMasters/_rels/slideMaster30.xml.rels><?xml version="1.0" encoding="UTF-8" standalone="yes"?>
<Relationships xmlns="http://schemas.openxmlformats.org/package/2006/relationships"><Relationship Id="rId2" Type="http://schemas.openxmlformats.org/officeDocument/2006/relationships/theme" Target="../theme/theme30.xml"/><Relationship Id="rId1" Type="http://schemas.openxmlformats.org/officeDocument/2006/relationships/slideLayout" Target="../slideLayouts/slideLayout38.xml"/></Relationships>
</file>

<file path=ppt/slideMasters/_rels/slideMaster31.xml.rels><?xml version="1.0" encoding="UTF-8" standalone="yes"?>
<Relationships xmlns="http://schemas.openxmlformats.org/package/2006/relationships"><Relationship Id="rId2" Type="http://schemas.openxmlformats.org/officeDocument/2006/relationships/theme" Target="../theme/theme31.xml"/><Relationship Id="rId1" Type="http://schemas.openxmlformats.org/officeDocument/2006/relationships/slideLayout" Target="../slideLayouts/slideLayout39.xml"/></Relationships>
</file>

<file path=ppt/slideMasters/_rels/slideMaster32.xml.rels><?xml version="1.0" encoding="UTF-8" standalone="yes"?>
<Relationships xmlns="http://schemas.openxmlformats.org/package/2006/relationships"><Relationship Id="rId2" Type="http://schemas.openxmlformats.org/officeDocument/2006/relationships/theme" Target="../theme/theme32.xml"/><Relationship Id="rId1" Type="http://schemas.openxmlformats.org/officeDocument/2006/relationships/slideLayout" Target="../slideLayouts/slideLayout40.xml"/></Relationships>
</file>

<file path=ppt/slideMasters/_rels/slideMaster33.xml.rels><?xml version="1.0" encoding="UTF-8" standalone="yes"?>
<Relationships xmlns="http://schemas.openxmlformats.org/package/2006/relationships"><Relationship Id="rId2" Type="http://schemas.openxmlformats.org/officeDocument/2006/relationships/theme" Target="../theme/theme33.xml"/><Relationship Id="rId1" Type="http://schemas.openxmlformats.org/officeDocument/2006/relationships/slideLayout" Target="../slideLayouts/slideLayout41.xml"/></Relationships>
</file>

<file path=ppt/slideMasters/_rels/slideMaster34.xml.rels><?xml version="1.0" encoding="UTF-8" standalone="yes"?>
<Relationships xmlns="http://schemas.openxmlformats.org/package/2006/relationships"><Relationship Id="rId2" Type="http://schemas.openxmlformats.org/officeDocument/2006/relationships/theme" Target="../theme/theme34.xml"/><Relationship Id="rId1" Type="http://schemas.openxmlformats.org/officeDocument/2006/relationships/slideLayout" Target="../slideLayouts/slideLayout42.xml"/></Relationships>
</file>

<file path=ppt/slideMasters/_rels/slideMaster35.xml.rels><?xml version="1.0" encoding="UTF-8" standalone="yes"?>
<Relationships xmlns="http://schemas.openxmlformats.org/package/2006/relationships"><Relationship Id="rId2" Type="http://schemas.openxmlformats.org/officeDocument/2006/relationships/theme" Target="../theme/theme35.xml"/><Relationship Id="rId1" Type="http://schemas.openxmlformats.org/officeDocument/2006/relationships/slideLayout" Target="../slideLayouts/slideLayout43.xml"/></Relationships>
</file>

<file path=ppt/slideMasters/_rels/slideMaster36.xml.rels><?xml version="1.0" encoding="UTF-8" standalone="yes"?>
<Relationships xmlns="http://schemas.openxmlformats.org/package/2006/relationships"><Relationship Id="rId2" Type="http://schemas.openxmlformats.org/officeDocument/2006/relationships/theme" Target="../theme/theme36.xml"/><Relationship Id="rId1" Type="http://schemas.openxmlformats.org/officeDocument/2006/relationships/slideLayout" Target="../slideLayouts/slideLayout44.xml"/></Relationships>
</file>

<file path=ppt/slideMasters/_rels/slideMaster37.xml.rels><?xml version="1.0" encoding="UTF-8" standalone="yes"?>
<Relationships xmlns="http://schemas.openxmlformats.org/package/2006/relationships"><Relationship Id="rId2" Type="http://schemas.openxmlformats.org/officeDocument/2006/relationships/theme" Target="../theme/theme37.xml"/><Relationship Id="rId1" Type="http://schemas.openxmlformats.org/officeDocument/2006/relationships/slideLayout" Target="../slideLayouts/slideLayout45.xml"/></Relationships>
</file>

<file path=ppt/slideMasters/_rels/slideMaster38.xml.rels><?xml version="1.0" encoding="UTF-8" standalone="yes"?>
<Relationships xmlns="http://schemas.openxmlformats.org/package/2006/relationships"><Relationship Id="rId2" Type="http://schemas.openxmlformats.org/officeDocument/2006/relationships/theme" Target="../theme/theme38.xml"/><Relationship Id="rId1" Type="http://schemas.openxmlformats.org/officeDocument/2006/relationships/slideLayout" Target="../slideLayouts/slideLayout46.xml"/></Relationships>
</file>

<file path=ppt/slideMasters/_rels/slideMaster39.xml.rels><?xml version="1.0" encoding="UTF-8" standalone="yes"?>
<Relationships xmlns="http://schemas.openxmlformats.org/package/2006/relationships"><Relationship Id="rId2" Type="http://schemas.openxmlformats.org/officeDocument/2006/relationships/theme" Target="../theme/theme39.xml"/><Relationship Id="rId1" Type="http://schemas.openxmlformats.org/officeDocument/2006/relationships/slideLayout" Target="../slideLayouts/slideLayout47.xml"/></Relationships>
</file>

<file path=ppt/slideMasters/_rels/slideMaster40.xml.rels><?xml version="1.0" encoding="UTF-8" standalone="yes"?>
<Relationships xmlns="http://schemas.openxmlformats.org/package/2006/relationships"><Relationship Id="rId2" Type="http://schemas.openxmlformats.org/officeDocument/2006/relationships/theme" Target="../theme/theme40.xml"/><Relationship Id="rId1" Type="http://schemas.openxmlformats.org/officeDocument/2006/relationships/slideLayout" Target="../slideLayouts/slideLayout48.xml"/></Relationships>
</file>

<file path=ppt/slideMasters/_rels/slideMaster41.xml.rels><?xml version="1.0" encoding="UTF-8" standalone="yes"?>
<Relationships xmlns="http://schemas.openxmlformats.org/package/2006/relationships"><Relationship Id="rId2" Type="http://schemas.openxmlformats.org/officeDocument/2006/relationships/theme" Target="../theme/theme41.xml"/><Relationship Id="rId1" Type="http://schemas.openxmlformats.org/officeDocument/2006/relationships/slideLayout" Target="../slideLayouts/slideLayout49.xml"/></Relationships>
</file>

<file path=ppt/slideMasters/_rels/slideMaster42.xml.rels><?xml version="1.0" encoding="UTF-8" standalone="yes"?>
<Relationships xmlns="http://schemas.openxmlformats.org/package/2006/relationships"><Relationship Id="rId2" Type="http://schemas.openxmlformats.org/officeDocument/2006/relationships/theme" Target="../theme/theme42.xml"/><Relationship Id="rId1" Type="http://schemas.openxmlformats.org/officeDocument/2006/relationships/slideLayout" Target="../slideLayouts/slideLayout50.xml"/></Relationships>
</file>

<file path=ppt/slideMasters/_rels/slideMaster43.xml.rels><?xml version="1.0" encoding="UTF-8" standalone="yes"?>
<Relationships xmlns="http://schemas.openxmlformats.org/package/2006/relationships"><Relationship Id="rId2" Type="http://schemas.openxmlformats.org/officeDocument/2006/relationships/theme" Target="../theme/theme43.xml"/><Relationship Id="rId1" Type="http://schemas.openxmlformats.org/officeDocument/2006/relationships/slideLayout" Target="../slideLayouts/slideLayout51.xml"/></Relationships>
</file>

<file path=ppt/slideMasters/_rels/slideMaster44.xml.rels><?xml version="1.0" encoding="UTF-8" standalone="yes"?>
<Relationships xmlns="http://schemas.openxmlformats.org/package/2006/relationships"><Relationship Id="rId2" Type="http://schemas.openxmlformats.org/officeDocument/2006/relationships/theme" Target="../theme/theme44.xml"/><Relationship Id="rId1" Type="http://schemas.openxmlformats.org/officeDocument/2006/relationships/slideLayout" Target="../slideLayouts/slideLayout52.xml"/></Relationships>
</file>

<file path=ppt/slideMasters/_rels/slideMaster45.xml.rels><?xml version="1.0" encoding="UTF-8" standalone="yes"?>
<Relationships xmlns="http://schemas.openxmlformats.org/package/2006/relationships"><Relationship Id="rId2" Type="http://schemas.openxmlformats.org/officeDocument/2006/relationships/theme" Target="../theme/theme45.xml"/><Relationship Id="rId1" Type="http://schemas.openxmlformats.org/officeDocument/2006/relationships/slideLayout" Target="../slideLayouts/slideLayout53.xml"/></Relationships>
</file>

<file path=ppt/slideMasters/_rels/slideMaster46.xml.rels><?xml version="1.0" encoding="UTF-8" standalone="yes"?>
<Relationships xmlns="http://schemas.openxmlformats.org/package/2006/relationships"><Relationship Id="rId2" Type="http://schemas.openxmlformats.org/officeDocument/2006/relationships/theme" Target="../theme/theme46.xml"/><Relationship Id="rId1" Type="http://schemas.openxmlformats.org/officeDocument/2006/relationships/slideLayout" Target="../slideLayouts/slideLayout54.xml"/></Relationships>
</file>

<file path=ppt/slideMasters/_rels/slideMaster47.xml.rels><?xml version="1.0" encoding="UTF-8" standalone="yes"?>
<Relationships xmlns="http://schemas.openxmlformats.org/package/2006/relationships"><Relationship Id="rId2" Type="http://schemas.openxmlformats.org/officeDocument/2006/relationships/theme" Target="../theme/theme47.xml"/><Relationship Id="rId1" Type="http://schemas.openxmlformats.org/officeDocument/2006/relationships/slideLayout" Target="../slideLayouts/slideLayout55.xml"/></Relationships>
</file>

<file path=ppt/slideMasters/_rels/slideMaster48.xml.rels><?xml version="1.0" encoding="UTF-8" standalone="yes"?>
<Relationships xmlns="http://schemas.openxmlformats.org/package/2006/relationships"><Relationship Id="rId2" Type="http://schemas.openxmlformats.org/officeDocument/2006/relationships/theme" Target="../theme/theme48.xml"/><Relationship Id="rId1" Type="http://schemas.openxmlformats.org/officeDocument/2006/relationships/slideLayout" Target="../slideLayouts/slideLayout56.xml"/></Relationships>
</file>

<file path=ppt/slideMasters/_rels/slideMaster49.xml.rels><?xml version="1.0" encoding="UTF-8" standalone="yes"?>
<Relationships xmlns="http://schemas.openxmlformats.org/package/2006/relationships"><Relationship Id="rId2" Type="http://schemas.openxmlformats.org/officeDocument/2006/relationships/theme" Target="../theme/theme49.xml"/><Relationship Id="rId1" Type="http://schemas.openxmlformats.org/officeDocument/2006/relationships/slideLayout" Target="../slideLayouts/slideLayout57.xml"/></Relationships>
</file>

<file path=ppt/slideMasters/_rels/slideMaster50.xml.rels><?xml version="1.0" encoding="UTF-8" standalone="yes"?>
<Relationships xmlns="http://schemas.openxmlformats.org/package/2006/relationships"><Relationship Id="rId2" Type="http://schemas.openxmlformats.org/officeDocument/2006/relationships/theme" Target="../theme/theme50.xml"/><Relationship Id="rId1" Type="http://schemas.openxmlformats.org/officeDocument/2006/relationships/slideLayout" Target="../slideLayouts/slideLayout58.xml"/></Relationships>
</file>

<file path=ppt/slideMasters/_rels/slideMaster51.xml.rels><?xml version="1.0" encoding="UTF-8" standalone="yes"?>
<Relationships xmlns="http://schemas.openxmlformats.org/package/2006/relationships"><Relationship Id="rId2" Type="http://schemas.openxmlformats.org/officeDocument/2006/relationships/theme" Target="../theme/theme51.xml"/><Relationship Id="rId1" Type="http://schemas.openxmlformats.org/officeDocument/2006/relationships/slideLayout" Target="../slideLayouts/slideLayout59.xml"/></Relationships>
</file>

<file path=ppt/slideMasters/_rels/slideMaster52.xml.rels><?xml version="1.0" encoding="UTF-8" standalone="yes"?>
<Relationships xmlns="http://schemas.openxmlformats.org/package/2006/relationships"><Relationship Id="rId2" Type="http://schemas.openxmlformats.org/officeDocument/2006/relationships/theme" Target="../theme/theme52.xml"/><Relationship Id="rId1"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6"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 name="PlaceHolder 4"/>
          <p:cNvSpPr>
            <a:spLocks noGrp="1"/>
          </p:cNvSpPr>
          <p:nvPr>
            <p:ph type="body"/>
          </p:nvPr>
        </p:nvSpPr>
        <p:spPr>
          <a:xfrm>
            <a:off x="457200" y="2761920"/>
            <a:ext cx="822888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4" name="PlaceHolder 5"/>
          <p:cNvSpPr>
            <a:spLocks noGrp="1"/>
          </p:cNvSpPr>
          <p:nvPr>
            <p:ph type="sldNum" idx="1"/>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B6D05250-76EB-4D54-A4A5-48FA9F21923E}"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10" name="PlaceHolder 2"/>
          <p:cNvSpPr>
            <a:spLocks noGrp="1"/>
          </p:cNvSpPr>
          <p:nvPr>
            <p:ph type="body"/>
          </p:nvPr>
        </p:nvSpPr>
        <p:spPr>
          <a:xfrm>
            <a:off x="457200" y="1203480"/>
            <a:ext cx="822888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1" name="PlaceHolder 3"/>
          <p:cNvSpPr>
            <a:spLocks noGrp="1"/>
          </p:cNvSpPr>
          <p:nvPr>
            <p:ph type="body"/>
          </p:nvPr>
        </p:nvSpPr>
        <p:spPr>
          <a:xfrm>
            <a:off x="457200" y="2761920"/>
            <a:ext cx="822888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2" name="PlaceHolder 4"/>
          <p:cNvSpPr>
            <a:spLocks noGrp="1"/>
          </p:cNvSpPr>
          <p:nvPr>
            <p:ph type="sldNum" idx="2"/>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2BF5B091-502F-47B5-BA04-D8B0F747B18A}"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17"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8"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9" name="PlaceHolder 4"/>
          <p:cNvSpPr>
            <a:spLocks noGrp="1"/>
          </p:cNvSpPr>
          <p:nvPr>
            <p:ph type="body"/>
          </p:nvPr>
        </p:nvSpPr>
        <p:spPr>
          <a:xfrm>
            <a:off x="45720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0" name="PlaceHolder 5"/>
          <p:cNvSpPr>
            <a:spLocks noGrp="1"/>
          </p:cNvSpPr>
          <p:nvPr>
            <p:ph type="body"/>
          </p:nvPr>
        </p:nvSpPr>
        <p:spPr>
          <a:xfrm>
            <a:off x="467424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1" name="PlaceHolder 6"/>
          <p:cNvSpPr>
            <a:spLocks noGrp="1"/>
          </p:cNvSpPr>
          <p:nvPr>
            <p:ph type="sldNum" idx="3"/>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059FDE70-30A4-4C09-8928-F8C5871FDD6D}"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PlaceHolder 1"/>
          <p:cNvSpPr>
            <a:spLocks noGrp="1"/>
          </p:cNvSpPr>
          <p:nvPr>
            <p:ph type="sldNum" idx="4"/>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B6BB14BE-1E03-4E4D-B3D1-7268F8F0E060}"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sldNum" idx="5"/>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17E9B5AC-AF13-4DE8-9426-E379D8573900}"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
        <p:nvSpPr>
          <p:cNvPr id="29" name="PlaceHolder 2"/>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uFillTx/>
                <a:latin typeface="Arial" panose="020B0604020202090204"/>
              </a:rPr>
              <a:t>Click to edit the title text format</a:t>
            </a:r>
            <a:endParaRPr lang="en-US" sz="4400" b="0" u="none" strike="noStrike">
              <a:solidFill>
                <a:srgbClr val="000000"/>
              </a:solidFill>
              <a:uFillTx/>
              <a:latin typeface="Arial" panose="020B0604020202090204"/>
            </a:endParaRPr>
          </a:p>
        </p:txBody>
      </p:sp>
      <p:sp>
        <p:nvSpPr>
          <p:cNvPr id="30"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uFillTx/>
                <a:latin typeface="Arial" panose="020B0604020202090204"/>
              </a:rPr>
              <a:t>Click to edit the outline text format</a:t>
            </a:r>
            <a:endParaRPr lang="en-US" sz="32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2800" b="0" u="none" strike="noStrike">
                <a:solidFill>
                  <a:srgbClr val="000000"/>
                </a:solidFill>
                <a:uFillTx/>
                <a:latin typeface="Arial" panose="020B0604020202090204"/>
              </a:rPr>
              <a:t>Second Outline Level</a:t>
            </a:r>
            <a:endParaRPr lang="en-US" sz="2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uFillTx/>
                <a:latin typeface="Arial" panose="020B0604020202090204"/>
              </a:rPr>
              <a:t>Third Outline Level</a:t>
            </a:r>
            <a:endParaRPr lang="en-US" sz="24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2000" b="0" u="none" strike="noStrike">
                <a:solidFill>
                  <a:srgbClr val="000000"/>
                </a:solidFill>
                <a:uFillTx/>
                <a:latin typeface="Arial" panose="020B0604020202090204"/>
              </a:rPr>
              <a:t>Fourth Outline Level</a:t>
            </a:r>
            <a:endParaRPr lang="en-US" sz="20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90204"/>
              </a:rPr>
              <a:t>Fifth Outline Level</a:t>
            </a:r>
            <a:endParaRPr lang="en-US" sz="20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90204"/>
              </a:rPr>
              <a:t>Sixth Outline Level</a:t>
            </a:r>
            <a:endParaRPr lang="en-US" sz="20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90204"/>
              </a:rPr>
              <a:t>Seventh Outline Level</a:t>
            </a:r>
            <a:endParaRPr lang="en-US" sz="2000" b="0" u="none" strike="noStrike">
              <a:solidFill>
                <a:srgbClr val="000000"/>
              </a:solidFill>
              <a:uFillTx/>
              <a:latin typeface="Arial" panose="020B0604020202090204"/>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32"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3" name="PlaceHolder 3"/>
          <p:cNvSpPr>
            <a:spLocks noGrp="1"/>
          </p:cNvSpPr>
          <p:nvPr>
            <p:ph type="sldNum" idx="6"/>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56B1B11A-8BEB-4B1B-A1DB-77572939C738}"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37"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8" name="PlaceHolder 3"/>
          <p:cNvSpPr>
            <a:spLocks noGrp="1"/>
          </p:cNvSpPr>
          <p:nvPr>
            <p:ph type="sldNum" idx="7"/>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0CE6001F-D62F-4EF3-AD4C-F62EF165C1DD}"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42" name="PlaceHolder 2"/>
          <p:cNvSpPr>
            <a:spLocks noGrp="1"/>
          </p:cNvSpPr>
          <p:nvPr>
            <p:ph type="body"/>
          </p:nvPr>
        </p:nvSpPr>
        <p:spPr>
          <a:xfrm>
            <a:off x="45720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43" name="PlaceHolder 3"/>
          <p:cNvSpPr>
            <a:spLocks noGrp="1"/>
          </p:cNvSpPr>
          <p:nvPr>
            <p:ph type="body"/>
          </p:nvPr>
        </p:nvSpPr>
        <p:spPr>
          <a:xfrm>
            <a:off x="467424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44" name="PlaceHolder 4"/>
          <p:cNvSpPr>
            <a:spLocks noGrp="1"/>
          </p:cNvSpPr>
          <p:nvPr>
            <p:ph type="sldNum" idx="8"/>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E4137B92-589E-4FDD-A62A-D799A28CECF5}"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49" name="PlaceHolder 2"/>
          <p:cNvSpPr>
            <a:spLocks noGrp="1"/>
          </p:cNvSpPr>
          <p:nvPr>
            <p:ph type="sldNum" idx="9"/>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E6F4AFFB-865F-4E39-B790-9EEE29525EE1}"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PlaceHolder 1"/>
          <p:cNvSpPr>
            <a:spLocks noGrp="1"/>
          </p:cNvSpPr>
          <p:nvPr>
            <p:ph type="sldNum" idx="10"/>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DB1A2A70-D31C-41A5-BB4E-D576DE011DDE}"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53"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54" name="PlaceHolder 3"/>
          <p:cNvSpPr>
            <a:spLocks noGrp="1"/>
          </p:cNvSpPr>
          <p:nvPr>
            <p:ph type="body"/>
          </p:nvPr>
        </p:nvSpPr>
        <p:spPr>
          <a:xfrm>
            <a:off x="467424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55" name="PlaceHolder 4"/>
          <p:cNvSpPr>
            <a:spLocks noGrp="1"/>
          </p:cNvSpPr>
          <p:nvPr>
            <p:ph type="body"/>
          </p:nvPr>
        </p:nvSpPr>
        <p:spPr>
          <a:xfrm>
            <a:off x="45720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56" name="PlaceHolder 5"/>
          <p:cNvSpPr>
            <a:spLocks noGrp="1"/>
          </p:cNvSpPr>
          <p:nvPr>
            <p:ph type="sldNum" idx="11"/>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85F8D88F-BD68-48B4-9DA2-7A163119F912}"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62" name="PlaceHolder 2"/>
          <p:cNvSpPr>
            <a:spLocks noGrp="1"/>
          </p:cNvSpPr>
          <p:nvPr>
            <p:ph type="body"/>
          </p:nvPr>
        </p:nvSpPr>
        <p:spPr>
          <a:xfrm>
            <a:off x="45720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63"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64" name="PlaceHolder 4"/>
          <p:cNvSpPr>
            <a:spLocks noGrp="1"/>
          </p:cNvSpPr>
          <p:nvPr>
            <p:ph type="body"/>
          </p:nvPr>
        </p:nvSpPr>
        <p:spPr>
          <a:xfrm>
            <a:off x="467424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65" name="PlaceHolder 5"/>
          <p:cNvSpPr>
            <a:spLocks noGrp="1"/>
          </p:cNvSpPr>
          <p:nvPr>
            <p:ph type="sldNum" idx="12"/>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03A791A6-3D82-45E5-9153-262CECBCBEA5}"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71"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72"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73" name="PlaceHolder 4"/>
          <p:cNvSpPr>
            <a:spLocks noGrp="1"/>
          </p:cNvSpPr>
          <p:nvPr>
            <p:ph type="body"/>
          </p:nvPr>
        </p:nvSpPr>
        <p:spPr>
          <a:xfrm>
            <a:off x="457200" y="2761920"/>
            <a:ext cx="822888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74" name="PlaceHolder 5"/>
          <p:cNvSpPr>
            <a:spLocks noGrp="1"/>
          </p:cNvSpPr>
          <p:nvPr>
            <p:ph type="sldNum" idx="13"/>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350B90F2-91CE-43A2-B792-A26FED2C4615}"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80" name="PlaceHolder 2"/>
          <p:cNvSpPr>
            <a:spLocks noGrp="1"/>
          </p:cNvSpPr>
          <p:nvPr>
            <p:ph type="body"/>
          </p:nvPr>
        </p:nvSpPr>
        <p:spPr>
          <a:xfrm>
            <a:off x="457200" y="1203480"/>
            <a:ext cx="822888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81" name="PlaceHolder 3"/>
          <p:cNvSpPr>
            <a:spLocks noGrp="1"/>
          </p:cNvSpPr>
          <p:nvPr>
            <p:ph type="body"/>
          </p:nvPr>
        </p:nvSpPr>
        <p:spPr>
          <a:xfrm>
            <a:off x="457200" y="2761920"/>
            <a:ext cx="822888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82" name="PlaceHolder 4"/>
          <p:cNvSpPr>
            <a:spLocks noGrp="1"/>
          </p:cNvSpPr>
          <p:nvPr>
            <p:ph type="sldNum" idx="14"/>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164E65EB-AACD-4622-85E3-22E860B14A75}"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87"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88"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89" name="PlaceHolder 4"/>
          <p:cNvSpPr>
            <a:spLocks noGrp="1"/>
          </p:cNvSpPr>
          <p:nvPr>
            <p:ph type="body"/>
          </p:nvPr>
        </p:nvSpPr>
        <p:spPr>
          <a:xfrm>
            <a:off x="45720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90" name="PlaceHolder 5"/>
          <p:cNvSpPr>
            <a:spLocks noGrp="1"/>
          </p:cNvSpPr>
          <p:nvPr>
            <p:ph type="body"/>
          </p:nvPr>
        </p:nvSpPr>
        <p:spPr>
          <a:xfrm>
            <a:off x="467424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91" name="PlaceHolder 6"/>
          <p:cNvSpPr>
            <a:spLocks noGrp="1"/>
          </p:cNvSpPr>
          <p:nvPr>
            <p:ph type="sldNum" idx="15"/>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DB608E74-E68C-48C3-BF1C-1D0F63E31890}"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 name="PlaceHolder 1"/>
          <p:cNvSpPr>
            <a:spLocks noGrp="1"/>
          </p:cNvSpPr>
          <p:nvPr>
            <p:ph type="sldNum" idx="16"/>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9E09901D-93DD-461E-A946-9F26AA8E82BF}"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PlaceHolder 1"/>
          <p:cNvSpPr>
            <a:spLocks noGrp="1"/>
          </p:cNvSpPr>
          <p:nvPr>
            <p:ph type="sldNum" idx="17"/>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E54C9FF3-BDD2-45D7-AD75-B822597BA4F4}"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
        <p:nvSpPr>
          <p:cNvPr id="99" name="PlaceHolder 2"/>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uFillTx/>
                <a:latin typeface="Arial" panose="020B0604020202090204"/>
              </a:rPr>
              <a:t>Click to edit the title text format</a:t>
            </a:r>
            <a:endParaRPr lang="en-US" sz="4400" b="0" u="none" strike="noStrike">
              <a:solidFill>
                <a:srgbClr val="000000"/>
              </a:solidFill>
              <a:uFillTx/>
              <a:latin typeface="Arial" panose="020B0604020202090204"/>
            </a:endParaRPr>
          </a:p>
        </p:txBody>
      </p:sp>
      <p:sp>
        <p:nvSpPr>
          <p:cNvPr id="100"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uFillTx/>
                <a:latin typeface="Arial" panose="020B0604020202090204"/>
              </a:rPr>
              <a:t>Click to edit the outline text format</a:t>
            </a:r>
            <a:endParaRPr lang="en-US" sz="32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2800" b="0" u="none" strike="noStrike">
                <a:solidFill>
                  <a:srgbClr val="000000"/>
                </a:solidFill>
                <a:uFillTx/>
                <a:latin typeface="Arial" panose="020B0604020202090204"/>
              </a:rPr>
              <a:t>Second Outline Level</a:t>
            </a:r>
            <a:endParaRPr lang="en-US" sz="2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uFillTx/>
                <a:latin typeface="Arial" panose="020B0604020202090204"/>
              </a:rPr>
              <a:t>Third Outline Level</a:t>
            </a:r>
            <a:endParaRPr lang="en-US" sz="24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2000" b="0" u="none" strike="noStrike">
                <a:solidFill>
                  <a:srgbClr val="000000"/>
                </a:solidFill>
                <a:uFillTx/>
                <a:latin typeface="Arial" panose="020B0604020202090204"/>
              </a:rPr>
              <a:t>Fourth Outline Level</a:t>
            </a:r>
            <a:endParaRPr lang="en-US" sz="20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90204"/>
              </a:rPr>
              <a:t>Fifth Outline Level</a:t>
            </a:r>
            <a:endParaRPr lang="en-US" sz="20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90204"/>
              </a:rPr>
              <a:t>Sixth Outline Level</a:t>
            </a:r>
            <a:endParaRPr lang="en-US" sz="20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90204"/>
              </a:rPr>
              <a:t>Seventh Outline Level</a:t>
            </a:r>
            <a:endParaRPr lang="en-US" sz="2000" b="0" u="none" strike="noStrike">
              <a:solidFill>
                <a:srgbClr val="000000"/>
              </a:solidFill>
              <a:uFillTx/>
              <a:latin typeface="Arial" panose="020B0604020202090204"/>
            </a:endParaRPr>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7"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128" name="PlaceHolder 2"/>
          <p:cNvSpPr>
            <a:spLocks noGrp="1"/>
          </p:cNvSpPr>
          <p:nvPr>
            <p:ph type="body"/>
          </p:nvPr>
        </p:nvSpPr>
        <p:spPr>
          <a:xfrm>
            <a:off x="45720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29"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30" name="PlaceHolder 4"/>
          <p:cNvSpPr>
            <a:spLocks noGrp="1"/>
          </p:cNvSpPr>
          <p:nvPr>
            <p:ph type="body"/>
          </p:nvPr>
        </p:nvSpPr>
        <p:spPr>
          <a:xfrm>
            <a:off x="467424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31" name="PlaceHolder 5"/>
          <p:cNvSpPr>
            <a:spLocks noGrp="1"/>
          </p:cNvSpPr>
          <p:nvPr>
            <p:ph type="sldNum" idx="18"/>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B8BFD4E7-75FA-42C1-A255-17A526C63D8C}"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6"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137"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38" name="PlaceHolder 3"/>
          <p:cNvSpPr>
            <a:spLocks noGrp="1"/>
          </p:cNvSpPr>
          <p:nvPr>
            <p:ph type="body"/>
          </p:nvPr>
        </p:nvSpPr>
        <p:spPr>
          <a:xfrm>
            <a:off x="467424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39" name="PlaceHolder 4"/>
          <p:cNvSpPr>
            <a:spLocks noGrp="1"/>
          </p:cNvSpPr>
          <p:nvPr>
            <p:ph type="body"/>
          </p:nvPr>
        </p:nvSpPr>
        <p:spPr>
          <a:xfrm>
            <a:off x="45720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40" name="PlaceHolder 5"/>
          <p:cNvSpPr>
            <a:spLocks noGrp="1"/>
          </p:cNvSpPr>
          <p:nvPr>
            <p:ph type="sldNum" idx="19"/>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3CE937AB-D3EE-4AC5-BE55-FCE6021B652A}"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5"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146" name="PlaceHolder 2"/>
          <p:cNvSpPr>
            <a:spLocks noGrp="1"/>
          </p:cNvSpPr>
          <p:nvPr>
            <p:ph type="sldNum" idx="20"/>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9190A6DB-A227-46FA-807B-C075F9C63ABC}"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149"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50"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51" name="PlaceHolder 4"/>
          <p:cNvSpPr>
            <a:spLocks noGrp="1"/>
          </p:cNvSpPr>
          <p:nvPr>
            <p:ph type="body"/>
          </p:nvPr>
        </p:nvSpPr>
        <p:spPr>
          <a:xfrm>
            <a:off x="45720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52" name="PlaceHolder 5"/>
          <p:cNvSpPr>
            <a:spLocks noGrp="1"/>
          </p:cNvSpPr>
          <p:nvPr>
            <p:ph type="body"/>
          </p:nvPr>
        </p:nvSpPr>
        <p:spPr>
          <a:xfrm>
            <a:off x="467424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53" name="PlaceHolder 6"/>
          <p:cNvSpPr>
            <a:spLocks noGrp="1"/>
          </p:cNvSpPr>
          <p:nvPr>
            <p:ph type="sldNum" idx="21"/>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33471B0B-7584-4731-879D-965B2D003CAB}"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9"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160"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61" name="PlaceHolder 3"/>
          <p:cNvSpPr>
            <a:spLocks noGrp="1"/>
          </p:cNvSpPr>
          <p:nvPr>
            <p:ph type="sldNum" idx="22"/>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624A6179-6C2E-469D-BCAC-08070A7B63D1}"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4"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165" name="PlaceHolder 2"/>
          <p:cNvSpPr>
            <a:spLocks noGrp="1"/>
          </p:cNvSpPr>
          <p:nvPr>
            <p:ph type="body"/>
          </p:nvPr>
        </p:nvSpPr>
        <p:spPr>
          <a:xfrm>
            <a:off x="457200" y="1203480"/>
            <a:ext cx="822888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66" name="PlaceHolder 3"/>
          <p:cNvSpPr>
            <a:spLocks noGrp="1"/>
          </p:cNvSpPr>
          <p:nvPr>
            <p:ph type="body"/>
          </p:nvPr>
        </p:nvSpPr>
        <p:spPr>
          <a:xfrm>
            <a:off x="457200" y="2761920"/>
            <a:ext cx="822888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67" name="PlaceHolder 4"/>
          <p:cNvSpPr>
            <a:spLocks noGrp="1"/>
          </p:cNvSpPr>
          <p:nvPr>
            <p:ph type="sldNum" idx="23"/>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E661F2F4-E9BD-4585-8915-D42238BA933D}"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1"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172" name="PlaceHolder 2"/>
          <p:cNvSpPr>
            <a:spLocks noGrp="1"/>
          </p:cNvSpPr>
          <p:nvPr>
            <p:ph type="body"/>
          </p:nvPr>
        </p:nvSpPr>
        <p:spPr>
          <a:xfrm>
            <a:off x="45720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73" name="PlaceHolder 3"/>
          <p:cNvSpPr>
            <a:spLocks noGrp="1"/>
          </p:cNvSpPr>
          <p:nvPr>
            <p:ph type="body"/>
          </p:nvPr>
        </p:nvSpPr>
        <p:spPr>
          <a:xfrm>
            <a:off x="467424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74" name="PlaceHolder 4"/>
          <p:cNvSpPr>
            <a:spLocks noGrp="1"/>
          </p:cNvSpPr>
          <p:nvPr>
            <p:ph type="sldNum" idx="24"/>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1CACC8B5-1205-4668-BDD0-7FF3ADE00950}"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0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8"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179"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80"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81" name="PlaceHolder 4"/>
          <p:cNvSpPr>
            <a:spLocks noGrp="1"/>
          </p:cNvSpPr>
          <p:nvPr>
            <p:ph type="body"/>
          </p:nvPr>
        </p:nvSpPr>
        <p:spPr>
          <a:xfrm>
            <a:off x="457200" y="2761920"/>
            <a:ext cx="822888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82" name="PlaceHolder 5"/>
          <p:cNvSpPr>
            <a:spLocks noGrp="1"/>
          </p:cNvSpPr>
          <p:nvPr>
            <p:ph type="sldNum" idx="25"/>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3746FE7D-866B-47BE-8380-6205518386E4}"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188" name="PlaceHolder 2"/>
          <p:cNvSpPr>
            <a:spLocks noGrp="1"/>
          </p:cNvSpPr>
          <p:nvPr>
            <p:ph type="body"/>
          </p:nvPr>
        </p:nvSpPr>
        <p:spPr>
          <a:xfrm>
            <a:off x="45720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89"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90" name="PlaceHolder 4"/>
          <p:cNvSpPr>
            <a:spLocks noGrp="1"/>
          </p:cNvSpPr>
          <p:nvPr>
            <p:ph type="body"/>
          </p:nvPr>
        </p:nvSpPr>
        <p:spPr>
          <a:xfrm>
            <a:off x="467424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91" name="PlaceHolder 5"/>
          <p:cNvSpPr>
            <a:spLocks noGrp="1"/>
          </p:cNvSpPr>
          <p:nvPr>
            <p:ph type="sldNum" idx="26"/>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FF55A833-0EB5-44D7-B378-29D39D8619A6}"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0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6"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197"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98" name="PlaceHolder 3"/>
          <p:cNvSpPr>
            <a:spLocks noGrp="1"/>
          </p:cNvSpPr>
          <p:nvPr>
            <p:ph type="body"/>
          </p:nvPr>
        </p:nvSpPr>
        <p:spPr>
          <a:xfrm>
            <a:off x="467424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199" name="PlaceHolder 4"/>
          <p:cNvSpPr>
            <a:spLocks noGrp="1"/>
          </p:cNvSpPr>
          <p:nvPr>
            <p:ph type="body"/>
          </p:nvPr>
        </p:nvSpPr>
        <p:spPr>
          <a:xfrm>
            <a:off x="45720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00" name="PlaceHolder 5"/>
          <p:cNvSpPr>
            <a:spLocks noGrp="1"/>
          </p:cNvSpPr>
          <p:nvPr>
            <p:ph type="sldNum" idx="27"/>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5744C8B4-0283-4631-B10F-8BCB513D0E1E}"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0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206" name="PlaceHolder 2"/>
          <p:cNvSpPr>
            <a:spLocks noGrp="1"/>
          </p:cNvSpPr>
          <p:nvPr>
            <p:ph type="sldNum" idx="28"/>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0B8B6188-B595-439E-8674-E9FEB3BD3AF4}"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1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8"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209"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10"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11" name="PlaceHolder 4"/>
          <p:cNvSpPr>
            <a:spLocks noGrp="1"/>
          </p:cNvSpPr>
          <p:nvPr>
            <p:ph type="body"/>
          </p:nvPr>
        </p:nvSpPr>
        <p:spPr>
          <a:xfrm>
            <a:off x="45720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12" name="PlaceHolder 5"/>
          <p:cNvSpPr>
            <a:spLocks noGrp="1"/>
          </p:cNvSpPr>
          <p:nvPr>
            <p:ph type="body"/>
          </p:nvPr>
        </p:nvSpPr>
        <p:spPr>
          <a:xfrm>
            <a:off x="467424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13" name="PlaceHolder 6"/>
          <p:cNvSpPr>
            <a:spLocks noGrp="1"/>
          </p:cNvSpPr>
          <p:nvPr>
            <p:ph type="sldNum" idx="29"/>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15043CE4-38A3-4FE3-9636-6B95C0695B04}"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1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9"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220"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21" name="PlaceHolder 3"/>
          <p:cNvSpPr>
            <a:spLocks noGrp="1"/>
          </p:cNvSpPr>
          <p:nvPr>
            <p:ph type="sldNum" idx="30"/>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60CE852A-A768-45C9-8E3B-E52649DC8DD8}"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1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4"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225" name="PlaceHolder 2"/>
          <p:cNvSpPr>
            <a:spLocks noGrp="1"/>
          </p:cNvSpPr>
          <p:nvPr>
            <p:ph type="body"/>
          </p:nvPr>
        </p:nvSpPr>
        <p:spPr>
          <a:xfrm>
            <a:off x="457200" y="1203480"/>
            <a:ext cx="822888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26" name="PlaceHolder 3"/>
          <p:cNvSpPr>
            <a:spLocks noGrp="1"/>
          </p:cNvSpPr>
          <p:nvPr>
            <p:ph type="body"/>
          </p:nvPr>
        </p:nvSpPr>
        <p:spPr>
          <a:xfrm>
            <a:off x="457200" y="2761920"/>
            <a:ext cx="822888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27" name="PlaceHolder 4"/>
          <p:cNvSpPr>
            <a:spLocks noGrp="1"/>
          </p:cNvSpPr>
          <p:nvPr>
            <p:ph type="sldNum" idx="31"/>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B4EA395B-59A1-4FC0-9DDA-86FB20BDBA66}"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1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1"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232" name="PlaceHolder 2"/>
          <p:cNvSpPr>
            <a:spLocks noGrp="1"/>
          </p:cNvSpPr>
          <p:nvPr>
            <p:ph type="body"/>
          </p:nvPr>
        </p:nvSpPr>
        <p:spPr>
          <a:xfrm>
            <a:off x="45720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33" name="PlaceHolder 3"/>
          <p:cNvSpPr>
            <a:spLocks noGrp="1"/>
          </p:cNvSpPr>
          <p:nvPr>
            <p:ph type="body"/>
          </p:nvPr>
        </p:nvSpPr>
        <p:spPr>
          <a:xfrm>
            <a:off x="467424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34" name="PlaceHolder 4"/>
          <p:cNvSpPr>
            <a:spLocks noGrp="1"/>
          </p:cNvSpPr>
          <p:nvPr>
            <p:ph type="sldNum" idx="32"/>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A8C55315-B007-45F7-94C3-97C4853F6800}"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1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8"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239"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40"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41" name="PlaceHolder 4"/>
          <p:cNvSpPr>
            <a:spLocks noGrp="1"/>
          </p:cNvSpPr>
          <p:nvPr>
            <p:ph type="body"/>
          </p:nvPr>
        </p:nvSpPr>
        <p:spPr>
          <a:xfrm>
            <a:off x="457200" y="2761920"/>
            <a:ext cx="822888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42" name="PlaceHolder 5"/>
          <p:cNvSpPr>
            <a:spLocks noGrp="1"/>
          </p:cNvSpPr>
          <p:nvPr>
            <p:ph type="sldNum" idx="33"/>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209A99C7-4A82-48AF-9E8F-9553D22B1CAA}"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2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7"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248"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49" name="PlaceHolder 3"/>
          <p:cNvSpPr>
            <a:spLocks noGrp="1"/>
          </p:cNvSpPr>
          <p:nvPr>
            <p:ph type="sldNum" idx="34"/>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F3E52200-5F45-4D16-A877-9B7400CA0DBD}"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2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2"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253"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54" name="PlaceHolder 3"/>
          <p:cNvSpPr>
            <a:spLocks noGrp="1"/>
          </p:cNvSpPr>
          <p:nvPr>
            <p:ph type="sldNum" idx="35"/>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00FF3823-E4B7-4523-928E-55E74A46EA4B}"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2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7"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258" name="PlaceHolder 2"/>
          <p:cNvSpPr>
            <a:spLocks noGrp="1"/>
          </p:cNvSpPr>
          <p:nvPr>
            <p:ph type="body"/>
          </p:nvPr>
        </p:nvSpPr>
        <p:spPr>
          <a:xfrm>
            <a:off x="45720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59" name="PlaceHolder 3"/>
          <p:cNvSpPr>
            <a:spLocks noGrp="1"/>
          </p:cNvSpPr>
          <p:nvPr>
            <p:ph type="body"/>
          </p:nvPr>
        </p:nvSpPr>
        <p:spPr>
          <a:xfrm>
            <a:off x="467424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60" name="PlaceHolder 4"/>
          <p:cNvSpPr>
            <a:spLocks noGrp="1"/>
          </p:cNvSpPr>
          <p:nvPr>
            <p:ph type="sldNum" idx="36"/>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E4C72D62-8BE3-4E24-A2DD-1FFF86264C38}"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2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4"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265" name="PlaceHolder 2"/>
          <p:cNvSpPr>
            <a:spLocks noGrp="1"/>
          </p:cNvSpPr>
          <p:nvPr>
            <p:ph type="sldNum" idx="37"/>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E90B2725-8F04-4952-9E50-ACD82CDDB335}"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2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7" name="PlaceHolder 1"/>
          <p:cNvSpPr>
            <a:spLocks noGrp="1"/>
          </p:cNvSpPr>
          <p:nvPr>
            <p:ph type="sldNum" idx="38"/>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DC1C799A-0D39-4919-A4AB-3C6DA53CA8CD}"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3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8"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269"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70" name="PlaceHolder 3"/>
          <p:cNvSpPr>
            <a:spLocks noGrp="1"/>
          </p:cNvSpPr>
          <p:nvPr>
            <p:ph type="body"/>
          </p:nvPr>
        </p:nvSpPr>
        <p:spPr>
          <a:xfrm>
            <a:off x="467424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71" name="PlaceHolder 4"/>
          <p:cNvSpPr>
            <a:spLocks noGrp="1"/>
          </p:cNvSpPr>
          <p:nvPr>
            <p:ph type="body"/>
          </p:nvPr>
        </p:nvSpPr>
        <p:spPr>
          <a:xfrm>
            <a:off x="45720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72" name="PlaceHolder 5"/>
          <p:cNvSpPr>
            <a:spLocks noGrp="1"/>
          </p:cNvSpPr>
          <p:nvPr>
            <p:ph type="sldNum" idx="39"/>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F2D49F35-56C1-4991-A741-680D9D3861F5}"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7"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278" name="PlaceHolder 2"/>
          <p:cNvSpPr>
            <a:spLocks noGrp="1"/>
          </p:cNvSpPr>
          <p:nvPr>
            <p:ph type="body"/>
          </p:nvPr>
        </p:nvSpPr>
        <p:spPr>
          <a:xfrm>
            <a:off x="45720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79"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80" name="PlaceHolder 4"/>
          <p:cNvSpPr>
            <a:spLocks noGrp="1"/>
          </p:cNvSpPr>
          <p:nvPr>
            <p:ph type="body"/>
          </p:nvPr>
        </p:nvSpPr>
        <p:spPr>
          <a:xfrm>
            <a:off x="467424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81" name="PlaceHolder 5"/>
          <p:cNvSpPr>
            <a:spLocks noGrp="1"/>
          </p:cNvSpPr>
          <p:nvPr>
            <p:ph type="sldNum" idx="40"/>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FFCE69EF-DF28-4B73-97CD-FA826388983D}"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3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287"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88"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89" name="PlaceHolder 4"/>
          <p:cNvSpPr>
            <a:spLocks noGrp="1"/>
          </p:cNvSpPr>
          <p:nvPr>
            <p:ph type="body"/>
          </p:nvPr>
        </p:nvSpPr>
        <p:spPr>
          <a:xfrm>
            <a:off x="457200" y="2761920"/>
            <a:ext cx="822888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90" name="PlaceHolder 5"/>
          <p:cNvSpPr>
            <a:spLocks noGrp="1"/>
          </p:cNvSpPr>
          <p:nvPr>
            <p:ph type="sldNum" idx="41"/>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B8C54D60-103C-4970-9959-FD462566E588}"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3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5"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296" name="PlaceHolder 2"/>
          <p:cNvSpPr>
            <a:spLocks noGrp="1"/>
          </p:cNvSpPr>
          <p:nvPr>
            <p:ph type="body"/>
          </p:nvPr>
        </p:nvSpPr>
        <p:spPr>
          <a:xfrm>
            <a:off x="457200" y="1203480"/>
            <a:ext cx="822888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97" name="PlaceHolder 3"/>
          <p:cNvSpPr>
            <a:spLocks noGrp="1"/>
          </p:cNvSpPr>
          <p:nvPr>
            <p:ph type="body"/>
          </p:nvPr>
        </p:nvSpPr>
        <p:spPr>
          <a:xfrm>
            <a:off x="457200" y="2761920"/>
            <a:ext cx="822888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298" name="PlaceHolder 4"/>
          <p:cNvSpPr>
            <a:spLocks noGrp="1"/>
          </p:cNvSpPr>
          <p:nvPr>
            <p:ph type="sldNum" idx="42"/>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4ADF4DEF-3865-45EF-813E-3058AD0ED836}"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3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2"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303"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04"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05" name="PlaceHolder 4"/>
          <p:cNvSpPr>
            <a:spLocks noGrp="1"/>
          </p:cNvSpPr>
          <p:nvPr>
            <p:ph type="body"/>
          </p:nvPr>
        </p:nvSpPr>
        <p:spPr>
          <a:xfrm>
            <a:off x="45720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06" name="PlaceHolder 5"/>
          <p:cNvSpPr>
            <a:spLocks noGrp="1"/>
          </p:cNvSpPr>
          <p:nvPr>
            <p:ph type="body"/>
          </p:nvPr>
        </p:nvSpPr>
        <p:spPr>
          <a:xfrm>
            <a:off x="467424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07" name="PlaceHolder 6"/>
          <p:cNvSpPr>
            <a:spLocks noGrp="1"/>
          </p:cNvSpPr>
          <p:nvPr>
            <p:ph type="sldNum" idx="43"/>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CC3D18A2-A8C3-47E2-9054-98FF6E336189}"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4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3" name="PlaceHolder 1"/>
          <p:cNvSpPr>
            <a:spLocks noGrp="1"/>
          </p:cNvSpPr>
          <p:nvPr>
            <p:ph type="sldNum" idx="44"/>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94091052-3ABB-46CB-B417-7930604D3A82}"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4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4" name="PlaceHolder 1"/>
          <p:cNvSpPr>
            <a:spLocks noGrp="1"/>
          </p:cNvSpPr>
          <p:nvPr>
            <p:ph type="sldNum" idx="45"/>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3C41900C-E275-4D81-AACF-72EDBE638BAE}"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4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5"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316"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17" name="PlaceHolder 3"/>
          <p:cNvSpPr>
            <a:spLocks noGrp="1"/>
          </p:cNvSpPr>
          <p:nvPr>
            <p:ph type="sldNum" idx="46"/>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939EE2A1-4ED2-4E52-891D-C0BC251F5B92}"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4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0"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321"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22" name="PlaceHolder 3"/>
          <p:cNvSpPr>
            <a:spLocks noGrp="1"/>
          </p:cNvSpPr>
          <p:nvPr>
            <p:ph type="sldNum" idx="47"/>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E783306A-062F-49FD-90BD-9E3D6BE65A07}"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5"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326" name="PlaceHolder 2"/>
          <p:cNvSpPr>
            <a:spLocks noGrp="1"/>
          </p:cNvSpPr>
          <p:nvPr>
            <p:ph type="body"/>
          </p:nvPr>
        </p:nvSpPr>
        <p:spPr>
          <a:xfrm>
            <a:off x="45720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27" name="PlaceHolder 3"/>
          <p:cNvSpPr>
            <a:spLocks noGrp="1"/>
          </p:cNvSpPr>
          <p:nvPr>
            <p:ph type="body"/>
          </p:nvPr>
        </p:nvSpPr>
        <p:spPr>
          <a:xfrm>
            <a:off x="467424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28" name="PlaceHolder 4"/>
          <p:cNvSpPr>
            <a:spLocks noGrp="1"/>
          </p:cNvSpPr>
          <p:nvPr>
            <p:ph type="sldNum" idx="48"/>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7F39B974-A99F-4C39-82A6-7EDA94177A63}"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2"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333" name="PlaceHolder 2"/>
          <p:cNvSpPr>
            <a:spLocks noGrp="1"/>
          </p:cNvSpPr>
          <p:nvPr>
            <p:ph type="sldNum" idx="49"/>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27416FA3-354E-400B-A4DC-59A4AD5C7BB7}"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5" name="PlaceHolder 1"/>
          <p:cNvSpPr>
            <a:spLocks noGrp="1"/>
          </p:cNvSpPr>
          <p:nvPr>
            <p:ph type="sldNum" idx="50"/>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90E589F2-7148-4FAB-9305-B3D5628C5002}"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6"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337"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38" name="PlaceHolder 3"/>
          <p:cNvSpPr>
            <a:spLocks noGrp="1"/>
          </p:cNvSpPr>
          <p:nvPr>
            <p:ph type="body"/>
          </p:nvPr>
        </p:nvSpPr>
        <p:spPr>
          <a:xfrm>
            <a:off x="467424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39" name="PlaceHolder 4"/>
          <p:cNvSpPr>
            <a:spLocks noGrp="1"/>
          </p:cNvSpPr>
          <p:nvPr>
            <p:ph type="body"/>
          </p:nvPr>
        </p:nvSpPr>
        <p:spPr>
          <a:xfrm>
            <a:off x="45720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40" name="PlaceHolder 5"/>
          <p:cNvSpPr>
            <a:spLocks noGrp="1"/>
          </p:cNvSpPr>
          <p:nvPr>
            <p:ph type="sldNum" idx="51"/>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773A8EDD-7AA1-4700-8110-927FC0BC9529}"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5"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90204"/>
              </a:rPr>
              <a:t>Click to edit the title text format</a:t>
            </a:r>
            <a:endParaRPr lang="en-US" sz="1800" b="0" u="none" strike="noStrike">
              <a:solidFill>
                <a:srgbClr val="000000"/>
              </a:solidFill>
              <a:uFillTx/>
              <a:latin typeface="Arial" panose="020B0604020202090204"/>
            </a:endParaRPr>
          </a:p>
        </p:txBody>
      </p:sp>
      <p:sp>
        <p:nvSpPr>
          <p:cNvPr id="346" name="PlaceHolder 2"/>
          <p:cNvSpPr>
            <a:spLocks noGrp="1"/>
          </p:cNvSpPr>
          <p:nvPr>
            <p:ph type="body"/>
          </p:nvPr>
        </p:nvSpPr>
        <p:spPr>
          <a:xfrm>
            <a:off x="457200" y="1203480"/>
            <a:ext cx="4015440" cy="2982600"/>
          </a:xfrm>
          <a:prstGeom prst="rect">
            <a:avLst/>
          </a:prstGeom>
          <a:noFill/>
          <a:ln w="0">
            <a:noFill/>
          </a:ln>
        </p:spPr>
        <p:txBody>
          <a:bodyPr lIns="0" tIns="0" rIns="0" bIns="0" anchor="t">
            <a:normAutofit lnSpcReduction="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47"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48" name="PlaceHolder 4"/>
          <p:cNvSpPr>
            <a:spLocks noGrp="1"/>
          </p:cNvSpPr>
          <p:nvPr>
            <p:ph type="body"/>
          </p:nvPr>
        </p:nvSpPr>
        <p:spPr>
          <a:xfrm>
            <a:off x="4674240" y="2761920"/>
            <a:ext cx="4015440" cy="1422360"/>
          </a:xfrm>
          <a:prstGeom prst="rect">
            <a:avLst/>
          </a:prstGeom>
          <a:noFill/>
          <a:ln w="0">
            <a:noFill/>
          </a:ln>
        </p:spPr>
        <p:txBody>
          <a:bodyPr lIns="0" tIns="0" rIns="0" bIns="0" anchor="t">
            <a:normAutofit fontScale="62500" lnSpcReduction="19999"/>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Click to edit the outline text format</a:t>
            </a:r>
            <a:endParaRPr lang="en-US" sz="1800" b="0" u="none" strike="noStrike">
              <a:solidFill>
                <a:srgbClr val="000000"/>
              </a:solidFill>
              <a:uFillTx/>
              <a:latin typeface="Arial" panose="020B0604020202090204"/>
            </a:endParaRPr>
          </a:p>
          <a:p>
            <a:pPr marL="864235" lvl="1" indent="-323850">
              <a:spcBef>
                <a:spcPts val="1135"/>
              </a:spcBef>
              <a:buClr>
                <a:srgbClr val="000000"/>
              </a:buClr>
              <a:buSzPct val="75000"/>
              <a:buFont typeface="Symbol" charset="2"/>
              <a:buChar char=""/>
            </a:pPr>
            <a:r>
              <a:rPr lang="en-US" sz="1800" b="0" u="none" strike="noStrike">
                <a:solidFill>
                  <a:srgbClr val="000000"/>
                </a:solidFill>
                <a:uFillTx/>
                <a:latin typeface="Arial" panose="020B0604020202090204"/>
              </a:rPr>
              <a:t>Second Outline Level</a:t>
            </a:r>
            <a:endParaRPr lang="en-US" sz="1800" b="0" u="none" strike="noStrike">
              <a:solidFill>
                <a:srgbClr val="000000"/>
              </a:solidFill>
              <a:uFillTx/>
              <a:latin typeface="Arial" panose="020B060402020209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Third Outline Level</a:t>
            </a:r>
            <a:endParaRPr lang="en-US" sz="1800" b="0" u="none" strike="noStrike">
              <a:solidFill>
                <a:srgbClr val="000000"/>
              </a:solidFill>
              <a:uFillTx/>
              <a:latin typeface="Arial" panose="020B0604020202090204"/>
            </a:endParaRPr>
          </a:p>
          <a:p>
            <a:pPr marL="1727835" lvl="3" indent="-215900">
              <a:spcBef>
                <a:spcPts val="565"/>
              </a:spcBef>
              <a:buClr>
                <a:srgbClr val="000000"/>
              </a:buClr>
              <a:buSzPct val="75000"/>
              <a:buFont typeface="Symbol" charset="2"/>
              <a:buChar char=""/>
            </a:pPr>
            <a:r>
              <a:rPr lang="en-US" sz="1800" b="0" u="none" strike="noStrike">
                <a:solidFill>
                  <a:srgbClr val="000000"/>
                </a:solidFill>
                <a:uFillTx/>
                <a:latin typeface="Arial" panose="020B0604020202090204"/>
              </a:rPr>
              <a:t>Fourth Outline Level</a:t>
            </a:r>
            <a:endParaRPr lang="en-US" sz="1800" b="0" u="none" strike="noStrike">
              <a:solidFill>
                <a:srgbClr val="000000"/>
              </a:solidFill>
              <a:uFillTx/>
              <a:latin typeface="Arial" panose="020B060402020209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Fifth Outline Level</a:t>
            </a:r>
            <a:endParaRPr lang="en-US" sz="1800" b="0" u="none" strike="noStrike">
              <a:solidFill>
                <a:srgbClr val="000000"/>
              </a:solidFill>
              <a:uFillTx/>
              <a:latin typeface="Arial" panose="020B060402020209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Sixth Outline Level</a:t>
            </a:r>
            <a:endParaRPr lang="en-US" sz="1800" b="0" u="none" strike="noStrike">
              <a:solidFill>
                <a:srgbClr val="000000"/>
              </a:solidFill>
              <a:uFillTx/>
              <a:latin typeface="Arial" panose="020B060402020209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90204"/>
              </a:rPr>
              <a:t>Seventh Outline Level</a:t>
            </a:r>
            <a:endParaRPr lang="en-US" sz="1800" b="0" u="none" strike="noStrike">
              <a:solidFill>
                <a:srgbClr val="000000"/>
              </a:solidFill>
              <a:uFillTx/>
              <a:latin typeface="Arial" panose="020B0604020202090204"/>
            </a:endParaRPr>
          </a:p>
        </p:txBody>
      </p:sp>
      <p:sp>
        <p:nvSpPr>
          <p:cNvPr id="349" name="PlaceHolder 5"/>
          <p:cNvSpPr>
            <a:spLocks noGrp="1"/>
          </p:cNvSpPr>
          <p:nvPr>
            <p:ph type="sldNum" idx="52"/>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GB" sz="1000" b="0" u="none" strike="noStrike">
                <a:solidFill>
                  <a:srgbClr val="595959"/>
                </a:solidFill>
                <a:uFillTx/>
                <a:latin typeface="Arial" panose="020B0604020202090204"/>
                <a:ea typeface="Arial" panose="020B0604020202090204"/>
              </a:defRPr>
            </a:lvl1pPr>
          </a:lstStyle>
          <a:p>
            <a:pPr indent="0" algn="r">
              <a:lnSpc>
                <a:spcPct val="100000"/>
              </a:lnSpc>
              <a:buNone/>
              <a:tabLst>
                <a:tab pos="0" algn="l"/>
              </a:tabLst>
            </a:pPr>
            <a:fld id="{3CDB3F6C-3A4D-4639-BC00-7799220937C1}" type="slidenum">
              <a:rPr lang="en-GB" sz="1000" b="0" u="none" strike="noStrike">
                <a:solidFill>
                  <a:srgbClr val="595959"/>
                </a:solidFill>
                <a:uFillTx/>
                <a:latin typeface="Arial" panose="020B0604020202090204"/>
                <a:ea typeface="Arial" panose="020B0604020202090204"/>
              </a:rPr>
            </a:fld>
            <a:endParaRPr lang="en-US" sz="1000" b="0" u="none" strike="noStrike">
              <a:solidFill>
                <a:srgbClr val="000000"/>
              </a:solidFill>
              <a:uFillTx/>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7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Google Shape;58;p1"/>
          <p:cNvSpPr/>
          <p:nvPr/>
        </p:nvSpPr>
        <p:spPr>
          <a:xfrm>
            <a:off x="311760" y="230400"/>
            <a:ext cx="8517600" cy="20498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algn="ctr">
              <a:lnSpc>
                <a:spcPct val="100000"/>
              </a:lnSpc>
              <a:tabLst>
                <a:tab pos="0" algn="l"/>
              </a:tabLst>
            </a:pPr>
            <a:r>
              <a:rPr lang="en-GB" sz="5200" b="0" u="none" strike="noStrike" dirty="0">
                <a:solidFill>
                  <a:srgbClr val="000000"/>
                </a:solidFill>
                <a:uFillTx/>
                <a:latin typeface="Arial" panose="020B0604020202090204"/>
                <a:ea typeface="Arial" panose="020B0604020202090204"/>
              </a:rPr>
              <a:t>CS 6476 Project 5</a:t>
            </a:r>
            <a:endParaRPr lang="en-US" sz="5200" b="0" u="none" strike="noStrike" dirty="0">
              <a:solidFill>
                <a:srgbClr val="000000"/>
              </a:solidFill>
              <a:uFillTx/>
              <a:latin typeface="Arial" panose="020B0604020202090204"/>
            </a:endParaRPr>
          </a:p>
        </p:txBody>
      </p:sp>
      <p:sp>
        <p:nvSpPr>
          <p:cNvPr id="355" name="Google Shape;59;p1"/>
          <p:cNvSpPr/>
          <p:nvPr/>
        </p:nvSpPr>
        <p:spPr>
          <a:xfrm>
            <a:off x="311760" y="2320200"/>
            <a:ext cx="8517600" cy="17946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gn="ctr">
              <a:lnSpc>
                <a:spcPct val="100000"/>
              </a:lnSpc>
              <a:tabLst>
                <a:tab pos="0" algn="l"/>
              </a:tabLst>
            </a:pPr>
            <a:r>
              <a:rPr lang="en-US" altLang="en-GB" sz="2800" b="0" u="none" strike="noStrike">
                <a:solidFill>
                  <a:srgbClr val="595959"/>
                </a:solidFill>
                <a:uFillTx/>
                <a:latin typeface="Arial" panose="020B0604020202090204"/>
                <a:ea typeface="Arial" panose="020B0604020202090204"/>
              </a:rPr>
              <a:t>Chuyu Xu</a:t>
            </a:r>
            <a:endParaRPr lang="en-US" altLang="en-GB" sz="2800" b="0" u="none" strike="noStrike">
              <a:solidFill>
                <a:srgbClr val="595959"/>
              </a:solidFill>
              <a:uFillTx/>
              <a:latin typeface="Arial" panose="020B0604020202090204"/>
              <a:ea typeface="Arial" panose="020B0604020202090204"/>
            </a:endParaRPr>
          </a:p>
          <a:p>
            <a:pPr algn="ctr">
              <a:lnSpc>
                <a:spcPct val="100000"/>
              </a:lnSpc>
              <a:buClrTx/>
              <a:buSzTx/>
              <a:buFontTx/>
              <a:tabLst>
                <a:tab pos="0" algn="l"/>
              </a:tabLst>
            </a:pPr>
            <a:r>
              <a:rPr lang="en-US" altLang="en-GB" sz="2800" b="0" u="none" strike="noStrike">
                <a:solidFill>
                  <a:srgbClr val="595959"/>
                </a:solidFill>
                <a:uFillTx/>
                <a:latin typeface="Arial" panose="020B0604020202090204"/>
                <a:ea typeface="Arial" panose="020B0604020202090204"/>
              </a:rPr>
              <a:t>cxu433@gatech.edu</a:t>
            </a:r>
            <a:endParaRPr lang="en-US" altLang="en-GB" sz="2800" b="0" u="none" strike="noStrike">
              <a:solidFill>
                <a:srgbClr val="595959"/>
              </a:solidFill>
              <a:uFillTx/>
              <a:latin typeface="Arial" panose="020B0604020202090204"/>
              <a:ea typeface="Arial" panose="020B0604020202090204"/>
            </a:endParaRPr>
          </a:p>
          <a:p>
            <a:pPr algn="ctr">
              <a:lnSpc>
                <a:spcPct val="100000"/>
              </a:lnSpc>
              <a:tabLst>
                <a:tab pos="0" algn="l"/>
              </a:tabLst>
            </a:pPr>
            <a:r>
              <a:rPr lang="en-US" altLang="en-GB" sz="2800" b="0" u="none" strike="noStrike">
                <a:solidFill>
                  <a:srgbClr val="595959"/>
                </a:solidFill>
                <a:uFillTx/>
                <a:latin typeface="Arial" panose="020B0604020202090204"/>
                <a:ea typeface="Arial" panose="020B0604020202090204"/>
              </a:rPr>
              <a:t>cxu433</a:t>
            </a:r>
            <a:endParaRPr lang="en-US" sz="2800" b="0" u="none" strike="noStrike">
              <a:solidFill>
                <a:srgbClr val="000000"/>
              </a:solidFill>
              <a:uFillTx/>
              <a:latin typeface="Arial" panose="020B0604020202090204"/>
            </a:endParaRPr>
          </a:p>
          <a:p>
            <a:pPr algn="ctr">
              <a:lnSpc>
                <a:spcPct val="100000"/>
              </a:lnSpc>
              <a:tabLst>
                <a:tab pos="0" algn="l"/>
              </a:tabLst>
            </a:pPr>
            <a:r>
              <a:rPr lang="en-US" altLang="en-GB" sz="2800" b="0" u="none" strike="noStrike">
                <a:solidFill>
                  <a:srgbClr val="595959"/>
                </a:solidFill>
                <a:uFillTx/>
                <a:latin typeface="Arial" panose="020B0604020202090204"/>
                <a:ea typeface="Arial" panose="020B0604020202090204"/>
              </a:rPr>
              <a:t>904019969</a:t>
            </a:r>
            <a:endParaRPr lang="en-US" altLang="en-GB" sz="2800" b="0" u="none" strike="noStrike">
              <a:solidFill>
                <a:srgbClr val="595959"/>
              </a:solidFill>
              <a:uFillTx/>
              <a:latin typeface="Arial" panose="020B0604020202090204"/>
              <a:ea typeface="Arial" panose="020B0604020202090204"/>
            </a:endParaRPr>
          </a:p>
        </p:txBody>
      </p:sp>
      <p:sp>
        <p:nvSpPr>
          <p:cNvPr id="356" name="PlaceHolder 4"/>
          <p:cNvSpPr/>
          <p:nvPr/>
        </p:nvSpPr>
        <p:spPr>
          <a:xfrm>
            <a:off x="685800" y="230400"/>
            <a:ext cx="7772040" cy="360"/>
          </a:xfrm>
          <a:prstGeom prst="rect">
            <a:avLst/>
          </a:prstGeom>
          <a:noFill/>
          <a:ln w="0">
            <a:noFill/>
          </a:ln>
        </p:spPr>
        <p:style>
          <a:lnRef idx="0">
            <a:scrgbClr r="0" g="0" b="0"/>
          </a:lnRef>
          <a:fillRef idx="0">
            <a:scrgbClr r="0" g="0" b="0"/>
          </a:fillRef>
          <a:effectRef idx="0">
            <a:scrgbClr r="0" g="0" b="0"/>
          </a:effectRef>
          <a:fontRef idx="minor"/>
        </p:style>
        <p:txBody>
          <a:bodyPr lIns="0" tIns="-90720" rIns="0" bIns="-90720" anchor="t">
            <a:noAutofit/>
          </a:bodyPr>
          <a:lstStyle/>
          <a:p>
            <a:pPr marL="228600" indent="-228600" algn="ctr" defTabSz="914400">
              <a:lnSpc>
                <a:spcPct val="100000"/>
              </a:lnSpc>
              <a:spcBef>
                <a:spcPts val="1000"/>
              </a:spcBef>
              <a:tabLst>
                <a:tab pos="0" algn="l"/>
              </a:tabLst>
            </a:pPr>
            <a:r>
              <a:rPr lang="en-GB" sz="1600" b="0" u="none" strike="noStrike">
                <a:solidFill>
                  <a:srgbClr val="C9211E"/>
                </a:solidFill>
                <a:uFillTx/>
                <a:latin typeface="Arial" panose="020B0604020202090204"/>
                <a:ea typeface="Arial" panose="020B0604020202090204"/>
              </a:rPr>
              <a:t>Warning: Do not delete slides.</a:t>
            </a:r>
            <a:br>
              <a:rPr sz="1600"/>
            </a:br>
            <a:r>
              <a:rPr lang="en-GB" sz="1600" b="1" u="none" strike="noStrike">
                <a:solidFill>
                  <a:srgbClr val="C9211E"/>
                </a:solidFill>
                <a:uFillTx/>
                <a:latin typeface="Arial" panose="020B0604020202090204"/>
                <a:ea typeface="Arial" panose="020B0604020202090204"/>
              </a:rPr>
              <a:t>This includes extra credit slides and any problems you do not complete</a:t>
            </a:r>
            <a:r>
              <a:rPr lang="en-GB" sz="1600" b="0" u="none" strike="noStrike">
                <a:solidFill>
                  <a:srgbClr val="C9211E"/>
                </a:solidFill>
                <a:uFillTx/>
                <a:latin typeface="Arial" panose="020B0604020202090204"/>
                <a:ea typeface="Arial" panose="020B0604020202090204"/>
              </a:rPr>
              <a:t>. </a:t>
            </a:r>
            <a:r>
              <a:rPr lang="en-GB" sz="1600" b="1" u="none" strike="noStrike">
                <a:solidFill>
                  <a:srgbClr val="C9211E"/>
                </a:solidFill>
                <a:uFillTx/>
                <a:latin typeface="Arial" panose="020B0604020202090204"/>
                <a:ea typeface="Arial" panose="020B0604020202090204"/>
              </a:rPr>
              <a:t>All problems, including extra credit, must be assigned to a slide on Gradescope</a:t>
            </a:r>
            <a:r>
              <a:rPr lang="en-GB" sz="1600" b="0" u="none" strike="noStrike">
                <a:solidFill>
                  <a:srgbClr val="C9211E"/>
                </a:solidFill>
                <a:uFillTx/>
                <a:latin typeface="Arial" panose="020B0604020202090204"/>
                <a:ea typeface="Arial" panose="020B0604020202090204"/>
              </a:rPr>
              <a:t>.  Failure to follow this will result in a penalty</a:t>
            </a:r>
            <a:endParaRPr lang="en-US" sz="1600" b="0" u="none" strike="noStrike">
              <a:solidFill>
                <a:srgbClr val="000000"/>
              </a:solidFill>
              <a:uFillTx/>
              <a:latin typeface="Arial" panose="020B060402020209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GB" sz="2800" b="0" u="none" strike="noStrike">
                <a:solidFill>
                  <a:srgbClr val="000000"/>
                </a:solidFill>
                <a:uFillTx/>
                <a:latin typeface="Arial" panose="020B0604020202090204"/>
                <a:ea typeface="Arial" panose="020B0604020202090204"/>
              </a:rPr>
              <a:t>Part 2: Voxel Baseline Model</a:t>
            </a:r>
            <a:endParaRPr lang="en-US" sz="2800" b="0" u="none" strike="noStrike">
              <a:solidFill>
                <a:srgbClr val="000000"/>
              </a:solidFill>
              <a:uFillTx/>
              <a:latin typeface="Arial" panose="020B0604020202090204"/>
            </a:endParaRPr>
          </a:p>
        </p:txBody>
      </p:sp>
      <p:sp>
        <p:nvSpPr>
          <p:cNvPr id="358" name="PlaceHolder 2"/>
          <p:cNvSpPr>
            <a:spLocks noGrp="1"/>
          </p:cNvSpPr>
          <p:nvPr>
            <p:ph/>
          </p:nvPr>
        </p:nvSpPr>
        <p:spPr>
          <a:xfrm>
            <a:off x="311760" y="1152360"/>
            <a:ext cx="8518680" cy="3414600"/>
          </a:xfrm>
          <a:prstGeom prst="rect">
            <a:avLst/>
          </a:prstGeom>
          <a:noFill/>
          <a:ln w="0">
            <a:noFill/>
          </a:ln>
        </p:spPr>
        <p:txBody>
          <a:bodyPr lIns="0" tIns="91440" rIns="0" bIns="91440" anchor="t">
            <a:normAutofit/>
          </a:bodyPr>
          <a:lstStyle/>
          <a:p>
            <a:pPr indent="0">
              <a:lnSpc>
                <a:spcPct val="115000"/>
              </a:lnSpc>
              <a:spcAft>
                <a:spcPts val="1200"/>
              </a:spcAft>
              <a:buNone/>
              <a:tabLst>
                <a:tab pos="0" algn="l"/>
              </a:tabLst>
            </a:pPr>
            <a:r>
              <a:rPr lang="en-GB" sz="1400" b="0" u="none" strike="noStrike">
                <a:solidFill>
                  <a:srgbClr val="595959"/>
                </a:solidFill>
                <a:uFillTx/>
                <a:latin typeface="Arial" panose="020B0604020202090204"/>
                <a:ea typeface="Arial" panose="020B0604020202090204"/>
              </a:rPr>
              <a:t>[insert confusion matrix for baseline model on test dataset]</a:t>
            </a:r>
            <a:endParaRPr lang="en-US" sz="1400" b="0" u="none" strike="noStrike">
              <a:solidFill>
                <a:srgbClr val="000000"/>
              </a:solidFill>
              <a:uFillTx/>
              <a:latin typeface="Arial" panose="020B0604020202090204"/>
            </a:endParaRPr>
          </a:p>
        </p:txBody>
      </p:sp>
      <p:pic>
        <p:nvPicPr>
          <p:cNvPr id="3" name="Picture 2"/>
          <p:cNvPicPr/>
          <p:nvPr/>
        </p:nvPicPr>
        <p:blipFill>
          <a:blip r:embed="rId1"/>
          <a:stretch>
            <a:fillRect/>
          </a:stretch>
        </p:blipFill>
        <p:spPr>
          <a:xfrm>
            <a:off x="484505" y="922020"/>
            <a:ext cx="4468495" cy="40951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GB" sz="2800" b="0" u="none" strike="noStrike" dirty="0">
                <a:solidFill>
                  <a:srgbClr val="000000"/>
                </a:solidFill>
                <a:uFillTx/>
                <a:latin typeface="Arial" panose="020B0604020202090204"/>
                <a:ea typeface="Arial" panose="020B0604020202090204"/>
              </a:rPr>
              <a:t>Part 2: Voxel Baseline Model</a:t>
            </a:r>
            <a:endParaRPr lang="en-US" sz="2800" b="0" u="none" strike="noStrike" dirty="0">
              <a:solidFill>
                <a:srgbClr val="000000"/>
              </a:solidFill>
              <a:uFillTx/>
              <a:latin typeface="Arial" panose="020B0604020202090204"/>
            </a:endParaRPr>
          </a:p>
        </p:txBody>
      </p:sp>
      <p:sp>
        <p:nvSpPr>
          <p:cNvPr id="358" name="PlaceHolder 2"/>
          <p:cNvSpPr>
            <a:spLocks noGrp="1"/>
          </p:cNvSpPr>
          <p:nvPr>
            <p:ph/>
          </p:nvPr>
        </p:nvSpPr>
        <p:spPr>
          <a:xfrm>
            <a:off x="311785" y="1016000"/>
            <a:ext cx="8518525" cy="4390390"/>
          </a:xfrm>
          <a:prstGeom prst="rect">
            <a:avLst/>
          </a:prstGeom>
          <a:noFill/>
          <a:ln w="0">
            <a:noFill/>
          </a:ln>
        </p:spPr>
        <p:txBody>
          <a:bodyPr lIns="0" tIns="91440" rIns="0" bIns="91440" anchor="t">
            <a:normAutofit lnSpcReduction="10000"/>
          </a:bodyPr>
          <a:lstStyle/>
          <a:p>
            <a:pPr indent="0">
              <a:lnSpc>
                <a:spcPct val="60000"/>
              </a:lnSpc>
              <a:spcAft>
                <a:spcPts val="1200"/>
              </a:spcAft>
              <a:buNone/>
              <a:tabLst>
                <a:tab pos="0" algn="l"/>
              </a:tabLst>
            </a:pPr>
            <a:r>
              <a:rPr lang="en-GB" sz="1400" b="0" u="none" strike="noStrike" dirty="0">
                <a:solidFill>
                  <a:srgbClr val="595959"/>
                </a:solidFill>
                <a:uFillTx/>
                <a:latin typeface="Arial" panose="020B0604020202090204"/>
                <a:ea typeface="Arial" panose="020B0604020202090204"/>
              </a:rPr>
              <a:t>[</a:t>
            </a:r>
            <a:r>
              <a:rPr lang="en-GB" sz="1400" dirty="0">
                <a:solidFill>
                  <a:srgbClr val="595959"/>
                </a:solidFill>
                <a:latin typeface="Arial" panose="020B0604020202090204"/>
                <a:ea typeface="Arial" panose="020B0604020202090204"/>
              </a:rPr>
              <a:t>What are the top confusion pairs in the matrix and why might this be the case?</a:t>
            </a:r>
            <a:r>
              <a:rPr lang="en-GB" sz="1400" b="0" u="none" strike="noStrike" dirty="0">
                <a:solidFill>
                  <a:srgbClr val="595959"/>
                </a:solidFill>
                <a:uFillTx/>
                <a:latin typeface="Arial" panose="020B0604020202090204"/>
                <a:ea typeface="Arial" panose="020B0604020202090204"/>
              </a:rPr>
              <a:t>]</a:t>
            </a:r>
            <a:endParaRPr lang="en-GB" sz="1400" b="0" u="none" strike="noStrike" dirty="0">
              <a:solidFill>
                <a:srgbClr val="595959"/>
              </a:solidFill>
              <a:uFillTx/>
              <a:latin typeface="Arial" panose="020B0604020202090204"/>
              <a:ea typeface="Arial" panose="020B0604020202090204"/>
            </a:endParaRPr>
          </a:p>
          <a:p>
            <a:pPr indent="0">
              <a:lnSpc>
                <a:spcPct val="60000"/>
              </a:lnSpc>
              <a:spcAft>
                <a:spcPts val="1200"/>
              </a:spcAft>
              <a:buNone/>
              <a:tabLst>
                <a:tab pos="0" algn="l"/>
              </a:tabLst>
            </a:pPr>
            <a:r>
              <a:rPr lang="en-GB" sz="1400" b="0" u="none" strike="noStrike" dirty="0">
                <a:solidFill>
                  <a:schemeClr val="tx1"/>
                </a:solidFill>
                <a:latin typeface="Arial" panose="020B0604020202090204"/>
                <a:ea typeface="Arial" panose="020B0604020202090204"/>
              </a:rPr>
              <a:t>WHEELED_RIDER(True) -&gt; MOTORCYCLIST (Predicted) (0.83)</a:t>
            </a:r>
            <a:endParaRPr lang="en-GB" sz="1400" b="0" u="none" strike="noStrike" dirty="0">
              <a:solidFill>
                <a:schemeClr val="tx1"/>
              </a:solidFill>
              <a:latin typeface="Arial" panose="020B0604020202090204"/>
              <a:ea typeface="Arial" panose="020B0604020202090204"/>
            </a:endParaRPr>
          </a:p>
          <a:p>
            <a:pPr indent="0">
              <a:lnSpc>
                <a:spcPct val="60000"/>
              </a:lnSpc>
              <a:spcAft>
                <a:spcPts val="1200"/>
              </a:spcAft>
              <a:buNone/>
              <a:tabLst>
                <a:tab pos="0" algn="l"/>
              </a:tabLst>
            </a:pPr>
            <a:r>
              <a:rPr lang="en-GB" sz="1400" dirty="0">
                <a:solidFill>
                  <a:schemeClr val="tx1"/>
                </a:solidFill>
                <a:latin typeface="Arial" panose="020B0604020202090204"/>
                <a:ea typeface="Arial" panose="020B0604020202090204"/>
                <a:sym typeface="+mn-ea"/>
              </a:rPr>
              <a:t>TRUCK(True) -&gt; LARGE_VEHICLE (Predicted) (0.53)</a:t>
            </a:r>
            <a:endParaRPr lang="en-GB" sz="1400" dirty="0">
              <a:solidFill>
                <a:schemeClr val="tx1"/>
              </a:solidFill>
              <a:latin typeface="Arial" panose="020B0604020202090204"/>
              <a:ea typeface="Arial" panose="020B0604020202090204"/>
              <a:sym typeface="+mn-ea"/>
            </a:endParaRPr>
          </a:p>
          <a:p>
            <a:pPr indent="0">
              <a:lnSpc>
                <a:spcPct val="110000"/>
              </a:lnSpc>
              <a:spcAft>
                <a:spcPts val="1200"/>
              </a:spcAft>
              <a:buNone/>
              <a:tabLst>
                <a:tab pos="0" algn="l"/>
              </a:tabLst>
            </a:pPr>
            <a:r>
              <a:rPr lang="en-GB" sz="1400" b="0" u="none" strike="noStrike" dirty="0">
                <a:solidFill>
                  <a:schemeClr val="tx1"/>
                </a:solidFill>
                <a:latin typeface="Arial" panose="020B0604020202090204"/>
                <a:ea typeface="Arial" panose="020B0604020202090204"/>
              </a:rPr>
              <a:t>The model is very confused between these two. This is likely because their geometric shapes are almost identical. The labels are also semantically very similar</a:t>
            </a:r>
            <a:r>
              <a:rPr lang="en-US" altLang="en-GB" sz="1400" b="0" u="none" strike="noStrike" dirty="0">
                <a:solidFill>
                  <a:schemeClr val="tx1"/>
                </a:solidFill>
                <a:latin typeface="Arial" panose="020B0604020202090204"/>
                <a:ea typeface="Arial" panose="020B0604020202090204"/>
              </a:rPr>
              <a:t>.</a:t>
            </a:r>
            <a:endParaRPr lang="en-US" altLang="en-GB" sz="1400" b="0" u="none" strike="noStrike" dirty="0">
              <a:solidFill>
                <a:schemeClr val="tx1"/>
              </a:solidFill>
              <a:latin typeface="Arial" panose="020B0604020202090204"/>
              <a:ea typeface="Arial" panose="020B0604020202090204"/>
            </a:endParaRPr>
          </a:p>
          <a:p>
            <a:pPr indent="0">
              <a:lnSpc>
                <a:spcPct val="60000"/>
              </a:lnSpc>
              <a:spcAft>
                <a:spcPts val="1200"/>
              </a:spcAft>
              <a:buNone/>
              <a:tabLst>
                <a:tab pos="0" algn="l"/>
              </a:tabLst>
            </a:pPr>
            <a:r>
              <a:rPr lang="en-GB" sz="1400" b="0" u="none" strike="noStrike" dirty="0">
                <a:solidFill>
                  <a:srgbClr val="595959"/>
                </a:solidFill>
                <a:latin typeface="Arial" panose="020B0604020202090204"/>
                <a:ea typeface="Arial" panose="020B0604020202090204"/>
              </a:rPr>
              <a:t>[</a:t>
            </a:r>
            <a:r>
              <a:rPr lang="en-GB" sz="1400" dirty="0">
                <a:solidFill>
                  <a:srgbClr val="595959"/>
                </a:solidFill>
                <a:latin typeface="Arial" panose="020B0604020202090204"/>
                <a:ea typeface="Arial" panose="020B0604020202090204"/>
              </a:rPr>
              <a:t>To which classes would adding finer geometry help the most and why?</a:t>
            </a:r>
            <a:r>
              <a:rPr lang="en-GB" sz="1400" b="0" u="none" strike="noStrike" dirty="0">
                <a:solidFill>
                  <a:srgbClr val="595959"/>
                </a:solidFill>
                <a:latin typeface="Arial" panose="020B0604020202090204"/>
                <a:ea typeface="Arial" panose="020B0604020202090204"/>
              </a:rPr>
              <a:t>]</a:t>
            </a:r>
            <a:endParaRPr lang="en-GB" sz="1400" b="0" u="none" strike="noStrike" dirty="0">
              <a:solidFill>
                <a:srgbClr val="595959"/>
              </a:solidFill>
              <a:latin typeface="Arial" panose="020B0604020202090204"/>
              <a:ea typeface="Arial" panose="020B0604020202090204"/>
            </a:endParaRPr>
          </a:p>
          <a:p>
            <a:pPr indent="0">
              <a:lnSpc>
                <a:spcPct val="110000"/>
              </a:lnSpc>
              <a:spcAft>
                <a:spcPts val="1200"/>
              </a:spcAft>
              <a:buNone/>
              <a:tabLst>
                <a:tab pos="0" algn="l"/>
              </a:tabLst>
            </a:pPr>
            <a:r>
              <a:rPr lang="en-US" altLang="en-US" sz="1400" dirty="0">
                <a:solidFill>
                  <a:schemeClr val="tx1"/>
                </a:solidFill>
                <a:latin typeface="Arial" panose="020B0604020202090204"/>
              </a:rPr>
              <a:t>Adding finer geometry would help the most for classes that are confused due to simple shapes looking alike. The best are the classes confused with BOLLARD, such as: STROLLER, CONSTRUCTION_CONE</a:t>
            </a:r>
            <a:endParaRPr lang="en-US" altLang="en-US" sz="1400" dirty="0">
              <a:solidFill>
                <a:schemeClr val="tx1"/>
              </a:solidFill>
              <a:latin typeface="Arial" panose="020B0604020202090204"/>
            </a:endParaRPr>
          </a:p>
          <a:p>
            <a:pPr indent="0">
              <a:lnSpc>
                <a:spcPct val="110000"/>
              </a:lnSpc>
              <a:spcAft>
                <a:spcPts val="1200"/>
              </a:spcAft>
              <a:buNone/>
              <a:tabLst>
                <a:tab pos="0" algn="l"/>
              </a:tabLst>
            </a:pPr>
            <a:r>
              <a:rPr lang="en-US" altLang="en-US" sz="1400" dirty="0">
                <a:solidFill>
                  <a:schemeClr val="tx1"/>
                </a:solidFill>
                <a:latin typeface="Arial" panose="020B0604020202090204"/>
              </a:rPr>
              <a:t>Currently, the model likely confuses these because they all look like simple "upright poles" in a low-resolution point cloud. With finer geometry, the model could see the crucial details that make them different.</a:t>
            </a:r>
            <a:endParaRPr lang="en-US" altLang="en-US" sz="1400" dirty="0">
              <a:solidFill>
                <a:schemeClr val="tx1"/>
              </a:solidFill>
              <a:latin typeface="Arial" panose="020B0604020202090204"/>
            </a:endParaRPr>
          </a:p>
          <a:p>
            <a:pPr indent="0">
              <a:lnSpc>
                <a:spcPct val="60000"/>
              </a:lnSpc>
              <a:spcAft>
                <a:spcPts val="1200"/>
              </a:spcAft>
              <a:buNone/>
              <a:tabLst>
                <a:tab pos="0" algn="l"/>
              </a:tabLst>
            </a:pPr>
            <a:endParaRPr lang="en-US" altLang="en-US" sz="1400" dirty="0">
              <a:solidFill>
                <a:schemeClr val="tx1"/>
              </a:solidFill>
              <a:latin typeface="Arial" panose="020B060402020209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GB" sz="2800" b="0" u="none" strike="noStrike">
                <a:solidFill>
                  <a:srgbClr val="000000"/>
                </a:solidFill>
                <a:uFillTx/>
                <a:latin typeface="Arial" panose="020B0604020202090204"/>
                <a:ea typeface="Arial" panose="020B0604020202090204"/>
              </a:rPr>
              <a:t>Part 2: Voxel Baseline Model</a:t>
            </a:r>
            <a:endParaRPr lang="en-US" sz="2800" b="0" u="none" strike="noStrike">
              <a:solidFill>
                <a:srgbClr val="000000"/>
              </a:solidFill>
              <a:uFillTx/>
              <a:latin typeface="Arial" panose="020B0604020202090204"/>
            </a:endParaRPr>
          </a:p>
        </p:txBody>
      </p:sp>
      <p:sp>
        <p:nvSpPr>
          <p:cNvPr id="360" name="PlaceHolder 2"/>
          <p:cNvSpPr>
            <a:spLocks noGrp="1"/>
          </p:cNvSpPr>
          <p:nvPr>
            <p:ph/>
          </p:nvPr>
        </p:nvSpPr>
        <p:spPr>
          <a:xfrm>
            <a:off x="110465" y="1152360"/>
            <a:ext cx="3998160" cy="1818000"/>
          </a:xfrm>
          <a:prstGeom prst="rect">
            <a:avLst/>
          </a:prstGeom>
          <a:noFill/>
          <a:ln w="0">
            <a:noFill/>
          </a:ln>
        </p:spPr>
        <p:txBody>
          <a:bodyPr lIns="0" tIns="91440" rIns="0" bIns="91440" anchor="t">
            <a:normAutofit fontScale="70000"/>
          </a:bodyPr>
          <a:lstStyle/>
          <a:p>
            <a:pPr indent="0">
              <a:lnSpc>
                <a:spcPct val="115000"/>
              </a:lnSpc>
              <a:spcAft>
                <a:spcPts val="1200"/>
              </a:spcAft>
              <a:buNone/>
              <a:tabLst>
                <a:tab pos="0" algn="l"/>
              </a:tabLst>
            </a:pPr>
            <a:r>
              <a:rPr lang="en-GB" sz="1400" b="0" u="none" strike="noStrike">
                <a:solidFill>
                  <a:srgbClr val="595959"/>
                </a:solidFill>
                <a:uFillTx/>
                <a:latin typeface="Arial" panose="020B0604020202090204"/>
                <a:ea typeface="Arial" panose="020B0604020202090204"/>
              </a:rPr>
              <a:t>[Which classes does this baseline perform well for? Why?]</a:t>
            </a:r>
            <a:endParaRPr lang="en-GB" sz="1400" b="0" u="none" strike="noStrike">
              <a:solidFill>
                <a:srgbClr val="595959"/>
              </a:solidFill>
              <a:uFillTx/>
              <a:latin typeface="Arial" panose="020B0604020202090204"/>
              <a:ea typeface="Arial" panose="020B0604020202090204"/>
            </a:endParaRPr>
          </a:p>
          <a:p>
            <a:pPr indent="0">
              <a:lnSpc>
                <a:spcPct val="85000"/>
              </a:lnSpc>
              <a:spcAft>
                <a:spcPts val="1200"/>
              </a:spcAft>
              <a:buNone/>
              <a:tabLst>
                <a:tab pos="0" algn="l"/>
              </a:tabLst>
            </a:pPr>
            <a:r>
              <a:rPr lang="en-US" altLang="en-US" sz="1700">
                <a:solidFill>
                  <a:srgbClr val="000000"/>
                </a:solidFill>
                <a:uFillTx/>
                <a:latin typeface="Arial" panose="020B0604020202090204"/>
                <a:sym typeface="+mn-ea"/>
              </a:rPr>
              <a:t>VEHICULAR_TRAILER(1.00)</a:t>
            </a:r>
            <a:r>
              <a:rPr lang="en-US" altLang="en-US" sz="1700" b="0" u="none" strike="noStrike">
                <a:solidFill>
                  <a:srgbClr val="000000"/>
                </a:solidFill>
                <a:uFillTx/>
                <a:latin typeface="Arial" panose="020B0604020202090204"/>
              </a:rPr>
              <a:t>, MOTORCYCLIST (0.87)</a:t>
            </a:r>
            <a:endParaRPr lang="en-US" altLang="en-US" sz="1700" b="0" u="none" strike="noStrike">
              <a:solidFill>
                <a:srgbClr val="000000"/>
              </a:solidFill>
              <a:uFillTx/>
              <a:latin typeface="Arial" panose="020B0604020202090204"/>
            </a:endParaRPr>
          </a:p>
          <a:p>
            <a:pPr indent="0">
              <a:lnSpc>
                <a:spcPct val="95000"/>
              </a:lnSpc>
              <a:spcAft>
                <a:spcPts val="1200"/>
              </a:spcAft>
              <a:buNone/>
              <a:tabLst>
                <a:tab pos="0" algn="l"/>
              </a:tabLst>
            </a:pPr>
            <a:r>
              <a:rPr lang="en-US" altLang="en-US" sz="1700" b="0" u="none" strike="noStrike">
                <a:solidFill>
                  <a:srgbClr val="000000"/>
                </a:solidFill>
                <a:uFillTx/>
                <a:latin typeface="Arial" panose="020B0604020202090204"/>
              </a:rPr>
              <a:t>These classes have distinct, large, and consistent 3D shapes that are well-captured by a coarse voxel grid.</a:t>
            </a:r>
            <a:endParaRPr lang="en-US" altLang="en-US" sz="1700" b="0" u="none" strike="noStrike">
              <a:solidFill>
                <a:srgbClr val="000000"/>
              </a:solidFill>
              <a:uFillTx/>
              <a:latin typeface="Arial" panose="020B0604020202090204"/>
            </a:endParaRPr>
          </a:p>
        </p:txBody>
      </p:sp>
      <p:sp>
        <p:nvSpPr>
          <p:cNvPr id="361" name="PlaceHolder 3"/>
          <p:cNvSpPr>
            <a:spLocks noGrp="1"/>
          </p:cNvSpPr>
          <p:nvPr>
            <p:ph/>
          </p:nvPr>
        </p:nvSpPr>
        <p:spPr>
          <a:xfrm>
            <a:off x="4832280" y="1152360"/>
            <a:ext cx="3998160" cy="3414600"/>
          </a:xfrm>
          <a:prstGeom prst="rect">
            <a:avLst/>
          </a:prstGeom>
          <a:noFill/>
          <a:ln w="0">
            <a:noFill/>
          </a:ln>
        </p:spPr>
        <p:txBody>
          <a:bodyPr lIns="0" tIns="91440" rIns="0" bIns="91440" anchor="t">
            <a:normAutofit fontScale="80000"/>
          </a:bodyPr>
          <a:lstStyle/>
          <a:p>
            <a:pPr indent="0">
              <a:lnSpc>
                <a:spcPct val="115000"/>
              </a:lnSpc>
              <a:spcAft>
                <a:spcPts val="1200"/>
              </a:spcAft>
              <a:buNone/>
              <a:tabLst>
                <a:tab pos="0" algn="l"/>
              </a:tabLst>
            </a:pPr>
            <a:r>
              <a:rPr lang="en-GB" sz="1400" b="0" u="none" strike="noStrike">
                <a:solidFill>
                  <a:srgbClr val="595959"/>
                </a:solidFill>
                <a:uFillTx/>
                <a:latin typeface="Arial" panose="020B0604020202090204"/>
                <a:ea typeface="Arial" panose="020B0604020202090204"/>
              </a:rPr>
              <a:t>[Which mode (count or occupancy) achieves higher accuracy? Why do you think this is the case?]</a:t>
            </a:r>
            <a:endParaRPr lang="en-GB" sz="1400" b="0" u="none" strike="noStrike">
              <a:solidFill>
                <a:srgbClr val="595959"/>
              </a:solidFill>
              <a:uFillTx/>
              <a:latin typeface="Arial" panose="020B0604020202090204"/>
              <a:ea typeface="Arial" panose="020B0604020202090204"/>
            </a:endParaRPr>
          </a:p>
          <a:p>
            <a:pPr indent="0">
              <a:lnSpc>
                <a:spcPct val="125000"/>
              </a:lnSpc>
              <a:spcAft>
                <a:spcPts val="1200"/>
              </a:spcAft>
              <a:buNone/>
              <a:tabLst>
                <a:tab pos="0" algn="l"/>
              </a:tabLst>
            </a:pPr>
            <a:r>
              <a:rPr lang="en-US" altLang="en-US" sz="1500" b="0" u="none" strike="noStrike">
                <a:solidFill>
                  <a:srgbClr val="000000"/>
                </a:solidFill>
                <a:uFillTx/>
                <a:latin typeface="Arial" panose="020B0604020202090204"/>
              </a:rPr>
              <a:t>Occupancy mode likely achieves higher accuracy.</a:t>
            </a:r>
            <a:endParaRPr lang="en-US" altLang="en-US" sz="1500" b="0" u="none" strike="noStrike">
              <a:solidFill>
                <a:srgbClr val="000000"/>
              </a:solidFill>
              <a:uFillTx/>
              <a:latin typeface="Arial" panose="020B0604020202090204"/>
            </a:endParaRPr>
          </a:p>
          <a:p>
            <a:pPr indent="0">
              <a:lnSpc>
                <a:spcPct val="125000"/>
              </a:lnSpc>
              <a:spcAft>
                <a:spcPts val="1200"/>
              </a:spcAft>
              <a:buNone/>
              <a:tabLst>
                <a:tab pos="0" algn="l"/>
              </a:tabLst>
            </a:pPr>
            <a:r>
              <a:rPr lang="en-US" altLang="en-US" sz="1500" b="0" u="none" strike="noStrike">
                <a:solidFill>
                  <a:srgbClr val="000000"/>
                </a:solidFill>
                <a:uFillTx/>
                <a:latin typeface="Arial" panose="020B0604020202090204"/>
              </a:rPr>
              <a:t>The "count" mode is highly sensitive to the density of the point cloud. A dense object and a sparse object will have vastly different feature values, even if their shape is similar. The "occupancy" mode ignores density and acts as a normalizer. It only captures the pure 3D shape. </a:t>
            </a:r>
            <a:r>
              <a:rPr lang="en-US" altLang="en-US" sz="1500" b="0" u="none" strike="noStrike">
                <a:solidFill>
                  <a:srgbClr val="000000"/>
                </a:solidFill>
                <a:uFillTx/>
                <a:latin typeface="Arial" panose="020B0604020202090204"/>
              </a:rPr>
              <a:t>This binary shape is often a more robust and generalizable feature for the classifier to learn from.</a:t>
            </a:r>
            <a:endParaRPr lang="en-US" altLang="en-US" sz="1500" b="0" u="none" strike="noStrike">
              <a:solidFill>
                <a:srgbClr val="000000"/>
              </a:solidFill>
              <a:uFillTx/>
              <a:latin typeface="Arial" panose="020B0604020202090204"/>
            </a:endParaRPr>
          </a:p>
        </p:txBody>
      </p:sp>
      <p:sp>
        <p:nvSpPr>
          <p:cNvPr id="362" name="Google Shape;93;p 1"/>
          <p:cNvSpPr/>
          <p:nvPr/>
        </p:nvSpPr>
        <p:spPr>
          <a:xfrm>
            <a:off x="228600" y="3060720"/>
            <a:ext cx="3998160" cy="1818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rmAutofit/>
          </a:bodyPr>
          <a:lstStyle/>
          <a:p>
            <a:pPr>
              <a:lnSpc>
                <a:spcPct val="115000"/>
              </a:lnSpc>
              <a:spcAft>
                <a:spcPts val="1200"/>
              </a:spcAft>
              <a:tabLst>
                <a:tab pos="0" algn="l"/>
              </a:tabLst>
            </a:pPr>
            <a:r>
              <a:rPr lang="en-GB" sz="1400" b="0" u="none" strike="noStrike">
                <a:solidFill>
                  <a:srgbClr val="595959"/>
                </a:solidFill>
                <a:uFillTx/>
                <a:latin typeface="Arial" panose="020B0604020202090204"/>
                <a:ea typeface="Arial" panose="020B0604020202090204"/>
              </a:rPr>
              <a:t>[What are some ways we can improve this voxel based model?]</a:t>
            </a:r>
            <a:endParaRPr lang="en-GB" sz="1400" b="0" u="none" strike="noStrike">
              <a:solidFill>
                <a:srgbClr val="595959"/>
              </a:solidFill>
              <a:uFillTx/>
              <a:latin typeface="Arial" panose="020B0604020202090204"/>
              <a:ea typeface="Arial" panose="020B0604020202090204"/>
            </a:endParaRPr>
          </a:p>
          <a:p>
            <a:pPr>
              <a:lnSpc>
                <a:spcPct val="115000"/>
              </a:lnSpc>
              <a:spcAft>
                <a:spcPts val="1200"/>
              </a:spcAft>
              <a:tabLst>
                <a:tab pos="0" algn="l"/>
              </a:tabLst>
            </a:pPr>
            <a:r>
              <a:rPr lang="en-US" altLang="en-US" sz="1400" b="0" u="none" strike="noStrike">
                <a:solidFill>
                  <a:srgbClr val="000000"/>
                </a:solidFill>
                <a:uFillTx/>
                <a:latin typeface="Arial" panose="020B0604020202090204"/>
              </a:rPr>
              <a:t>Improving the manual features, like using higher resolution, or multi-resolution. Then, use a deeper classifier or VFE to learn the features.</a:t>
            </a:r>
            <a:endParaRPr lang="en-US" altLang="en-US" sz="1400" b="0" u="none" strike="noStrike">
              <a:solidFill>
                <a:srgbClr val="000000"/>
              </a:solidFill>
              <a:uFillTx/>
              <a:latin typeface="Arial" panose="020B060402020209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GB" sz="2800" b="0" u="none" strike="noStrike">
                <a:solidFill>
                  <a:srgbClr val="000000"/>
                </a:solidFill>
                <a:uFillTx/>
                <a:latin typeface="Arial" panose="020B0604020202090204"/>
                <a:ea typeface="Arial" panose="020B0604020202090204"/>
              </a:rPr>
              <a:t>Part 3: Simplified PointNet</a:t>
            </a:r>
            <a:endParaRPr lang="en-US" sz="2800" b="0" u="none" strike="noStrike">
              <a:solidFill>
                <a:srgbClr val="000000"/>
              </a:solidFill>
              <a:uFillTx/>
              <a:latin typeface="Arial" panose="020B0604020202090204"/>
            </a:endParaRPr>
          </a:p>
        </p:txBody>
      </p:sp>
      <p:pic>
        <p:nvPicPr>
          <p:cNvPr id="5" name="Picture 4"/>
          <p:cNvPicPr>
            <a:picLocks noChangeAspect="1"/>
          </p:cNvPicPr>
          <p:nvPr/>
        </p:nvPicPr>
        <p:blipFill>
          <a:blip r:embed="rId1"/>
          <a:stretch>
            <a:fillRect/>
          </a:stretch>
        </p:blipFill>
        <p:spPr>
          <a:xfrm>
            <a:off x="396875" y="923925"/>
            <a:ext cx="4521835" cy="41313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GB" sz="2800" b="0" u="none" strike="noStrike">
                <a:solidFill>
                  <a:srgbClr val="000000"/>
                </a:solidFill>
                <a:uFillTx/>
                <a:latin typeface="Arial" panose="020B0604020202090204"/>
                <a:ea typeface="Arial" panose="020B0604020202090204"/>
              </a:rPr>
              <a:t>Part 3: Simplified PointNet</a:t>
            </a:r>
            <a:endParaRPr lang="en-US" sz="2800" b="0" u="none" strike="noStrike">
              <a:solidFill>
                <a:srgbClr val="000000"/>
              </a:solidFill>
              <a:uFillTx/>
              <a:latin typeface="Arial" panose="020B0604020202090204"/>
            </a:endParaRPr>
          </a:p>
        </p:txBody>
      </p:sp>
      <p:sp>
        <p:nvSpPr>
          <p:cNvPr id="366" name="PlaceHolder 2"/>
          <p:cNvSpPr>
            <a:spLocks noGrp="1"/>
          </p:cNvSpPr>
          <p:nvPr>
            <p:ph/>
          </p:nvPr>
        </p:nvSpPr>
        <p:spPr>
          <a:xfrm>
            <a:off x="311760" y="1152360"/>
            <a:ext cx="3998160" cy="3414600"/>
          </a:xfrm>
          <a:prstGeom prst="rect">
            <a:avLst/>
          </a:prstGeom>
          <a:noFill/>
          <a:ln w="0">
            <a:noFill/>
          </a:ln>
        </p:spPr>
        <p:txBody>
          <a:bodyPr lIns="0" tIns="91440" rIns="0" bIns="91440" anchor="t">
            <a:normAutofit/>
          </a:bodyPr>
          <a:lstStyle/>
          <a:p>
            <a:pPr indent="0">
              <a:lnSpc>
                <a:spcPct val="115000"/>
              </a:lnSpc>
              <a:spcAft>
                <a:spcPts val="1200"/>
              </a:spcAft>
              <a:buNone/>
              <a:tabLst>
                <a:tab pos="0" algn="l"/>
              </a:tabLst>
            </a:pPr>
            <a:r>
              <a:rPr lang="en-GB" sz="1400" b="0" u="none" strike="noStrike">
                <a:solidFill>
                  <a:srgbClr val="595959"/>
                </a:solidFill>
                <a:uFillTx/>
                <a:latin typeface="Arial" panose="020B0604020202090204"/>
                <a:ea typeface="Arial" panose="020B0604020202090204"/>
              </a:rPr>
              <a:t>[Which classes does this model perform well for? Why?]</a:t>
            </a:r>
            <a:endParaRPr lang="en-GB" sz="1400" b="0" u="none" strike="noStrike">
              <a:solidFill>
                <a:srgbClr val="595959"/>
              </a:solidFill>
              <a:uFillTx/>
              <a:latin typeface="Arial" panose="020B0604020202090204"/>
              <a:ea typeface="Arial" panose="020B0604020202090204"/>
            </a:endParaRPr>
          </a:p>
          <a:p>
            <a:pPr indent="0">
              <a:lnSpc>
                <a:spcPct val="115000"/>
              </a:lnSpc>
              <a:spcAft>
                <a:spcPts val="1200"/>
              </a:spcAft>
              <a:buNone/>
              <a:tabLst>
                <a:tab pos="0" algn="l"/>
              </a:tabLst>
            </a:pPr>
            <a:r>
              <a:rPr lang="en-US" sz="1200" b="0" u="none" strike="noStrike">
                <a:solidFill>
                  <a:srgbClr val="000000"/>
                </a:solidFill>
                <a:uFillTx/>
                <a:latin typeface="Arial" panose="020B0604020202090204"/>
              </a:rPr>
              <a:t>MOTORCYCLE(1.00), MOTORCYCLIST(1.00) STOP_SIGN(1.00), VEHICULAR_TRAILER(1.00)</a:t>
            </a:r>
            <a:endParaRPr lang="en-US" sz="1200" b="0" u="none" strike="noStrike">
              <a:solidFill>
                <a:srgbClr val="000000"/>
              </a:solidFill>
              <a:uFillTx/>
              <a:latin typeface="Arial" panose="020B0604020202090204"/>
            </a:endParaRPr>
          </a:p>
          <a:p>
            <a:pPr indent="0">
              <a:lnSpc>
                <a:spcPct val="115000"/>
              </a:lnSpc>
              <a:spcAft>
                <a:spcPts val="1200"/>
              </a:spcAft>
              <a:buNone/>
              <a:tabLst>
                <a:tab pos="0" algn="l"/>
              </a:tabLst>
            </a:pPr>
            <a:r>
              <a:rPr lang="en-US" sz="1200" b="0" u="none" strike="noStrike">
                <a:solidFill>
                  <a:srgbClr val="000000"/>
                </a:solidFill>
                <a:uFillTx/>
                <a:latin typeface="Arial" panose="020B0604020202090204"/>
              </a:rPr>
              <a:t>This is because these objects have very unique and distinct geometric shapes, like a cone, a cylinder, a person on a bike. PointNet is very good at learning these unambiguous 3D signatures.</a:t>
            </a:r>
            <a:endParaRPr lang="en-US" sz="1200" b="0" u="none" strike="noStrike">
              <a:solidFill>
                <a:srgbClr val="000000"/>
              </a:solidFill>
              <a:uFillTx/>
              <a:latin typeface="Arial" panose="020B0604020202090204"/>
            </a:endParaRPr>
          </a:p>
        </p:txBody>
      </p:sp>
      <p:sp>
        <p:nvSpPr>
          <p:cNvPr id="367" name="PlaceHolder 3"/>
          <p:cNvSpPr>
            <a:spLocks noGrp="1"/>
          </p:cNvSpPr>
          <p:nvPr>
            <p:ph/>
          </p:nvPr>
        </p:nvSpPr>
        <p:spPr>
          <a:xfrm>
            <a:off x="4832280" y="1152360"/>
            <a:ext cx="3998160" cy="3414600"/>
          </a:xfrm>
          <a:prstGeom prst="rect">
            <a:avLst/>
          </a:prstGeom>
          <a:noFill/>
          <a:ln w="0">
            <a:noFill/>
          </a:ln>
        </p:spPr>
        <p:txBody>
          <a:bodyPr lIns="0" tIns="91440" rIns="0" bIns="91440" anchor="t">
            <a:normAutofit fontScale="80000"/>
          </a:bodyPr>
          <a:lstStyle/>
          <a:p>
            <a:pPr indent="0">
              <a:lnSpc>
                <a:spcPct val="115000"/>
              </a:lnSpc>
              <a:spcAft>
                <a:spcPts val="1200"/>
              </a:spcAft>
              <a:buNone/>
              <a:tabLst>
                <a:tab pos="0" algn="l"/>
              </a:tabLst>
            </a:pPr>
            <a:r>
              <a:rPr lang="en-GB" sz="1400" b="0" u="none" strike="noStrike">
                <a:solidFill>
                  <a:srgbClr val="595959"/>
                </a:solidFill>
                <a:uFillTx/>
                <a:latin typeface="Arial" panose="020B0604020202090204"/>
                <a:ea typeface="Arial" panose="020B0604020202090204"/>
              </a:rPr>
              <a:t>[Wh</a:t>
            </a:r>
            <a:r>
              <a:rPr lang="en-US" sz="1400" b="0" u="none" strike="noStrike">
                <a:solidFill>
                  <a:srgbClr val="595959"/>
                </a:solidFill>
                <a:uFillTx/>
                <a:latin typeface="Arial" panose="020B0604020202090204"/>
                <a:ea typeface="Arial" panose="020B0604020202090204"/>
              </a:rPr>
              <a:t>ic</a:t>
            </a:r>
            <a:r>
              <a:rPr lang="en-GB" sz="1400" b="0" u="none" strike="noStrike">
                <a:solidFill>
                  <a:srgbClr val="595959"/>
                </a:solidFill>
                <a:uFillTx/>
                <a:latin typeface="Arial" panose="020B0604020202090204"/>
                <a:ea typeface="Arial" panose="020B0604020202090204"/>
              </a:rPr>
              <a:t>h classes are </a:t>
            </a:r>
            <a:r>
              <a:rPr lang="en-US" sz="1400" b="0" u="none" strike="noStrike">
                <a:solidFill>
                  <a:srgbClr val="595959"/>
                </a:solidFill>
                <a:uFillTx/>
                <a:latin typeface="Arial" panose="020B0604020202090204"/>
                <a:ea typeface="Arial" panose="020B0604020202090204"/>
              </a:rPr>
              <a:t>most misclassified</a:t>
            </a:r>
            <a:r>
              <a:rPr lang="en-GB" sz="1400" b="0" u="none" strike="noStrike">
                <a:solidFill>
                  <a:srgbClr val="595959"/>
                </a:solidFill>
                <a:uFillTx/>
                <a:latin typeface="Arial" panose="020B0604020202090204"/>
                <a:ea typeface="Arial" panose="020B0604020202090204"/>
              </a:rPr>
              <a:t>? What were they classified as and why do you think this is the case?]</a:t>
            </a:r>
            <a:endParaRPr lang="en-GB" sz="1400" b="0" u="none" strike="noStrike">
              <a:solidFill>
                <a:srgbClr val="595959"/>
              </a:solidFill>
              <a:uFillTx/>
              <a:latin typeface="Arial" panose="020B0604020202090204"/>
              <a:ea typeface="Arial" panose="020B0604020202090204"/>
            </a:endParaRPr>
          </a:p>
          <a:p>
            <a:pPr indent="0">
              <a:lnSpc>
                <a:spcPct val="85000"/>
              </a:lnSpc>
              <a:spcAft>
                <a:spcPts val="1200"/>
              </a:spcAft>
              <a:buNone/>
              <a:tabLst>
                <a:tab pos="0" algn="l"/>
              </a:tabLst>
            </a:pPr>
            <a:r>
              <a:rPr lang="en-US" altLang="en-GB" sz="1400">
                <a:solidFill>
                  <a:srgbClr val="595959"/>
                </a:solidFill>
                <a:uFillTx/>
                <a:latin typeface="Arial" panose="020B0604020202090204"/>
                <a:ea typeface="Arial" panose="020B0604020202090204"/>
                <a:sym typeface="+mn-ea"/>
              </a:rPr>
              <a:t>BUS, </a:t>
            </a:r>
            <a:r>
              <a:rPr lang="en-US" altLang="en-GB" sz="1400" b="0" u="none" strike="noStrike">
                <a:solidFill>
                  <a:srgbClr val="595959"/>
                </a:solidFill>
                <a:uFillTx/>
                <a:latin typeface="Arial" panose="020B0604020202090204"/>
                <a:ea typeface="Arial" panose="020B0604020202090204"/>
              </a:rPr>
              <a:t>WHEELED_RIDER, BOLLARD</a:t>
            </a:r>
            <a:endParaRPr lang="en-US" altLang="en-GB" sz="1400" b="0" u="none" strike="noStrike">
              <a:solidFill>
                <a:srgbClr val="595959"/>
              </a:solidFill>
              <a:uFillTx/>
              <a:latin typeface="Arial" panose="020B0604020202090204"/>
              <a:ea typeface="Arial" panose="020B0604020202090204"/>
            </a:endParaRPr>
          </a:p>
          <a:p>
            <a:pPr indent="0">
              <a:lnSpc>
                <a:spcPct val="115000"/>
              </a:lnSpc>
              <a:spcAft>
                <a:spcPts val="1200"/>
              </a:spcAft>
              <a:buNone/>
              <a:tabLst>
                <a:tab pos="0" algn="l"/>
              </a:tabLst>
            </a:pPr>
            <a:r>
              <a:rPr lang="en-US" altLang="en-US" sz="1400" b="0" u="none" strike="noStrike">
                <a:solidFill>
                  <a:srgbClr val="000000"/>
                </a:solidFill>
                <a:uFillTx/>
                <a:latin typeface="Arial" panose="020B0604020202090204"/>
              </a:rPr>
              <a:t>From a sparse lidar scanner, a bus, a truck, and a regular vehicle are all just very large, tall, "boxy" shapes.</a:t>
            </a:r>
            <a:endParaRPr lang="en-US" altLang="en-US" sz="1400" b="0" u="none" strike="noStrike">
              <a:solidFill>
                <a:srgbClr val="000000"/>
              </a:solidFill>
              <a:uFillTx/>
              <a:latin typeface="Arial" panose="020B0604020202090204"/>
            </a:endParaRPr>
          </a:p>
          <a:p>
            <a:pPr indent="0">
              <a:lnSpc>
                <a:spcPct val="115000"/>
              </a:lnSpc>
              <a:spcAft>
                <a:spcPts val="1200"/>
              </a:spcAft>
              <a:buNone/>
              <a:tabLst>
                <a:tab pos="0" algn="l"/>
              </a:tabLst>
            </a:pPr>
            <a:r>
              <a:rPr lang="en-US" altLang="en-US" sz="1400" b="0" u="none" strike="noStrike">
                <a:solidFill>
                  <a:srgbClr val="000000"/>
                </a:solidFill>
                <a:uFillTx/>
                <a:latin typeface="Arial" panose="020B0604020202090204"/>
              </a:rPr>
              <a:t>The model is not advanced enough, especially without a T-Net to fix rotation, to tell the subtle differences between them. A bus seen from the side looks almost identical to a large truck from the side.</a:t>
            </a:r>
            <a:endParaRPr lang="en-US" altLang="en-US" sz="1400" b="0" u="none" strike="noStrike">
              <a:solidFill>
                <a:srgbClr val="000000"/>
              </a:solidFill>
              <a:uFillTx/>
              <a:latin typeface="Arial" panose="020B060402020209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GB" sz="2800" b="0" u="none" strike="noStrike" dirty="0">
                <a:solidFill>
                  <a:srgbClr val="000000"/>
                </a:solidFill>
                <a:uFillTx/>
                <a:latin typeface="Arial" panose="020B0604020202090204"/>
                <a:ea typeface="Arial" panose="020B0604020202090204"/>
              </a:rPr>
              <a:t>Part 3: Simplified </a:t>
            </a:r>
            <a:r>
              <a:rPr lang="en-GB" sz="2800" b="0" u="none" strike="noStrike" dirty="0" err="1">
                <a:solidFill>
                  <a:srgbClr val="000000"/>
                </a:solidFill>
                <a:uFillTx/>
                <a:latin typeface="Arial" panose="020B0604020202090204"/>
                <a:ea typeface="Arial" panose="020B0604020202090204"/>
              </a:rPr>
              <a:t>PointNet</a:t>
            </a:r>
            <a:endParaRPr lang="en-US" sz="2800" b="0" u="none" strike="noStrike" dirty="0">
              <a:solidFill>
                <a:srgbClr val="000000"/>
              </a:solidFill>
              <a:uFillTx/>
              <a:latin typeface="Arial" panose="020B0604020202090204"/>
            </a:endParaRPr>
          </a:p>
        </p:txBody>
      </p:sp>
      <p:sp>
        <p:nvSpPr>
          <p:cNvPr id="366" name="PlaceHolder 2"/>
          <p:cNvSpPr>
            <a:spLocks noGrp="1"/>
          </p:cNvSpPr>
          <p:nvPr>
            <p:ph/>
          </p:nvPr>
        </p:nvSpPr>
        <p:spPr>
          <a:xfrm>
            <a:off x="311760" y="1152360"/>
            <a:ext cx="3998160" cy="3414600"/>
          </a:xfrm>
          <a:prstGeom prst="rect">
            <a:avLst/>
          </a:prstGeom>
          <a:noFill/>
          <a:ln w="0">
            <a:noFill/>
          </a:ln>
        </p:spPr>
        <p:txBody>
          <a:bodyPr lIns="0" tIns="91440" rIns="0" bIns="91440" anchor="t">
            <a:normAutofit fontScale="90000"/>
          </a:bodyPr>
          <a:lstStyle/>
          <a:p>
            <a:pPr indent="0">
              <a:lnSpc>
                <a:spcPct val="115000"/>
              </a:lnSpc>
              <a:spcAft>
                <a:spcPts val="1200"/>
              </a:spcAft>
              <a:buNone/>
              <a:tabLst>
                <a:tab pos="0" algn="l"/>
              </a:tabLst>
            </a:pPr>
            <a:r>
              <a:rPr lang="en-GB" sz="1500" b="0" u="none" strike="noStrike" dirty="0">
                <a:solidFill>
                  <a:srgbClr val="595959"/>
                </a:solidFill>
                <a:uFillTx/>
                <a:latin typeface="Arial" panose="020B0604020202090204"/>
                <a:ea typeface="Arial" panose="020B0604020202090204"/>
              </a:rPr>
              <a:t>[What changes in the architecture or training process can be done to improve performance?]</a:t>
            </a:r>
            <a:endParaRPr lang="en-GB" sz="1500" b="0" u="none" strike="noStrike" dirty="0">
              <a:solidFill>
                <a:srgbClr val="595959"/>
              </a:solidFill>
              <a:uFillTx/>
              <a:latin typeface="Arial" panose="020B0604020202090204"/>
              <a:ea typeface="Arial" panose="020B0604020202090204"/>
            </a:endParaRPr>
          </a:p>
          <a:p>
            <a:pPr indent="0">
              <a:lnSpc>
                <a:spcPct val="115000"/>
              </a:lnSpc>
              <a:spcAft>
                <a:spcPts val="1200"/>
              </a:spcAft>
              <a:buNone/>
              <a:tabLst>
                <a:tab pos="0" algn="l"/>
              </a:tabLst>
            </a:pPr>
            <a:r>
              <a:rPr lang="en-US" altLang="en-US" sz="1500" b="0" u="none" strike="noStrike" dirty="0">
                <a:solidFill>
                  <a:srgbClr val="000000"/>
                </a:solidFill>
                <a:uFillTx/>
                <a:latin typeface="Arial" panose="020B0604020202090204"/>
              </a:rPr>
              <a:t>Implement the T-Net. It would help the model correctly classify objects that are rotated, which is likely the cause of much of the confusion.</a:t>
            </a:r>
            <a:endParaRPr lang="en-US" altLang="en-US" sz="1500" b="0" u="none" strike="noStrike" dirty="0">
              <a:solidFill>
                <a:srgbClr val="000000"/>
              </a:solidFill>
              <a:uFillTx/>
              <a:latin typeface="Arial" panose="020B0604020202090204"/>
            </a:endParaRPr>
          </a:p>
          <a:p>
            <a:pPr indent="0">
              <a:lnSpc>
                <a:spcPct val="115000"/>
              </a:lnSpc>
              <a:spcAft>
                <a:spcPts val="1200"/>
              </a:spcAft>
              <a:buNone/>
              <a:tabLst>
                <a:tab pos="0" algn="l"/>
              </a:tabLst>
            </a:pPr>
            <a:r>
              <a:rPr lang="en-US" altLang="en-US" sz="1500" b="0" u="none" strike="noStrike" dirty="0">
                <a:solidFill>
                  <a:srgbClr val="000000"/>
                </a:solidFill>
                <a:uFillTx/>
                <a:latin typeface="Arial" panose="020B0604020202090204"/>
              </a:rPr>
              <a:t>Add Data Augmentation. Randomly rotating, scaling, and adding jitter to the training point clouds would force the model to learn the true shape of an object, not just the view of it.</a:t>
            </a:r>
            <a:endParaRPr lang="en-US" altLang="en-US" sz="1500" b="0" u="none" strike="noStrike" dirty="0">
              <a:solidFill>
                <a:srgbClr val="000000"/>
              </a:solidFill>
              <a:uFillTx/>
              <a:latin typeface="Arial" panose="020B0604020202090204"/>
            </a:endParaRPr>
          </a:p>
        </p:txBody>
      </p:sp>
      <p:sp>
        <p:nvSpPr>
          <p:cNvPr id="367" name="PlaceHolder 3"/>
          <p:cNvSpPr>
            <a:spLocks noGrp="1"/>
          </p:cNvSpPr>
          <p:nvPr>
            <p:ph/>
          </p:nvPr>
        </p:nvSpPr>
        <p:spPr>
          <a:xfrm>
            <a:off x="4832280" y="1152360"/>
            <a:ext cx="3998160" cy="3414600"/>
          </a:xfrm>
          <a:prstGeom prst="rect">
            <a:avLst/>
          </a:prstGeom>
          <a:noFill/>
          <a:ln w="0">
            <a:noFill/>
          </a:ln>
        </p:spPr>
        <p:txBody>
          <a:bodyPr lIns="0" tIns="91440" rIns="0" bIns="91440" anchor="t">
            <a:normAutofit fontScale="90000" lnSpcReduction="10000"/>
          </a:bodyPr>
          <a:lstStyle/>
          <a:p>
            <a:pPr indent="0" defTabSz="914400" fontAlgn="auto">
              <a:lnSpc>
                <a:spcPct val="100000"/>
              </a:lnSpc>
              <a:spcBef>
                <a:spcPts val="400"/>
              </a:spcBef>
              <a:spcAft>
                <a:spcPts val="600"/>
              </a:spcAft>
              <a:buNone/>
              <a:tabLst>
                <a:tab pos="0" algn="l"/>
              </a:tabLst>
            </a:pPr>
            <a:r>
              <a:rPr lang="en-GB" sz="1400" b="0" u="none" strike="noStrike" dirty="0">
                <a:solidFill>
                  <a:srgbClr val="595959"/>
                </a:solidFill>
                <a:uFillTx/>
                <a:latin typeface="Arial" panose="020B0604020202090204"/>
                <a:ea typeface="Arial" panose="020B0604020202090204"/>
              </a:rPr>
              <a:t>[</a:t>
            </a:r>
            <a:r>
              <a:rPr lang="en-US" sz="1400" b="0" u="none" strike="noStrike" dirty="0">
                <a:solidFill>
                  <a:srgbClr val="595959"/>
                </a:solidFill>
                <a:uFillTx/>
                <a:latin typeface="Arial" panose="020B0604020202090204"/>
                <a:ea typeface="Arial" panose="020B0604020202090204"/>
              </a:rPr>
              <a:t>Did the top confusion pair in the matrix remain the same as in Part 2? Why or why not?]</a:t>
            </a:r>
            <a:endParaRPr lang="en-US" sz="1400" b="0" u="none" strike="noStrike" dirty="0">
              <a:solidFill>
                <a:srgbClr val="595959"/>
              </a:solidFill>
              <a:uFillTx/>
              <a:latin typeface="Arial" panose="020B0604020202090204"/>
              <a:ea typeface="Arial" panose="020B0604020202090204"/>
            </a:endParaRPr>
          </a:p>
          <a:p>
            <a:pPr indent="0" defTabSz="914400" fontAlgn="auto">
              <a:lnSpc>
                <a:spcPct val="100000"/>
              </a:lnSpc>
              <a:spcBef>
                <a:spcPts val="400"/>
              </a:spcBef>
              <a:spcAft>
                <a:spcPts val="600"/>
              </a:spcAft>
              <a:buNone/>
              <a:tabLst>
                <a:tab pos="0" algn="l"/>
              </a:tabLst>
            </a:pPr>
            <a:r>
              <a:rPr lang="en-US" sz="1200" b="0" u="none" strike="noStrike" dirty="0">
                <a:solidFill>
                  <a:srgbClr val="595959"/>
                </a:solidFill>
                <a:uFillTx/>
                <a:latin typeface="Arial" panose="020B0604020202090204"/>
                <a:ea typeface="Arial" panose="020B0604020202090204"/>
              </a:rPr>
              <a:t>Yes.</a:t>
            </a:r>
            <a:endParaRPr lang="en-US" sz="1200" b="0" u="none" strike="noStrike" dirty="0">
              <a:solidFill>
                <a:srgbClr val="595959"/>
              </a:solidFill>
              <a:uFillTx/>
              <a:latin typeface="Arial" panose="020B0604020202090204"/>
              <a:ea typeface="Arial" panose="020B0604020202090204"/>
            </a:endParaRPr>
          </a:p>
          <a:p>
            <a:pPr indent="0" defTabSz="914400" fontAlgn="auto">
              <a:lnSpc>
                <a:spcPct val="100000"/>
              </a:lnSpc>
              <a:spcBef>
                <a:spcPts val="400"/>
              </a:spcBef>
              <a:spcAft>
                <a:spcPts val="600"/>
              </a:spcAft>
              <a:buNone/>
              <a:tabLst>
                <a:tab pos="0" algn="l"/>
              </a:tabLst>
            </a:pPr>
            <a:r>
              <a:rPr lang="en-US" altLang="en-US" sz="1200" b="0" u="none" strike="noStrike" dirty="0">
                <a:solidFill>
                  <a:srgbClr val="000000"/>
                </a:solidFill>
                <a:uFillTx/>
                <a:latin typeface="Arial" panose="020B0604020202090204"/>
              </a:rPr>
              <a:t>In the Voxel Baseline, the worst confusion was WHEELED_RIDER-&gt; MOTORCYCLIST (0.83).</a:t>
            </a:r>
            <a:endParaRPr lang="en-US" altLang="en-US" sz="1200" b="0" u="none" strike="noStrike" dirty="0">
              <a:solidFill>
                <a:srgbClr val="000000"/>
              </a:solidFill>
              <a:uFillTx/>
              <a:latin typeface="Arial" panose="020B0604020202090204"/>
            </a:endParaRPr>
          </a:p>
          <a:p>
            <a:pPr indent="0" defTabSz="914400" fontAlgn="auto">
              <a:lnSpc>
                <a:spcPct val="100000"/>
              </a:lnSpc>
              <a:spcBef>
                <a:spcPts val="400"/>
              </a:spcBef>
              <a:spcAft>
                <a:spcPts val="600"/>
              </a:spcAft>
              <a:buNone/>
              <a:tabLst>
                <a:tab pos="0" algn="l"/>
              </a:tabLst>
            </a:pPr>
            <a:r>
              <a:rPr lang="en-US" altLang="en-US" sz="1200" b="0" u="none" strike="noStrike" dirty="0">
                <a:solidFill>
                  <a:srgbClr val="000000"/>
                </a:solidFill>
                <a:uFillTx/>
                <a:latin typeface="Arial" panose="020B0604020202090204"/>
              </a:rPr>
              <a:t>In this PointNet, the worst confusion is still </a:t>
            </a:r>
            <a:r>
              <a:rPr lang="en-US" altLang="en-US" sz="1200" dirty="0">
                <a:solidFill>
                  <a:srgbClr val="000000"/>
                </a:solidFill>
                <a:uFillTx/>
                <a:latin typeface="Arial" panose="020B0604020202090204"/>
                <a:sym typeface="+mn-ea"/>
              </a:rPr>
              <a:t>WHEELED_RIDER-&gt; MOTORCYCLIST</a:t>
            </a:r>
            <a:r>
              <a:rPr lang="en-US" altLang="en-US" sz="1200" b="0" u="none" strike="noStrike" dirty="0">
                <a:solidFill>
                  <a:srgbClr val="000000"/>
                </a:solidFill>
                <a:uFillTx/>
                <a:latin typeface="Arial" panose="020B0604020202090204"/>
              </a:rPr>
              <a:t>(0.90).</a:t>
            </a:r>
            <a:endParaRPr lang="en-US" altLang="en-US" sz="1200" b="0" u="none" strike="noStrike" dirty="0">
              <a:solidFill>
                <a:srgbClr val="000000"/>
              </a:solidFill>
              <a:uFillTx/>
              <a:latin typeface="Arial" panose="020B0604020202090204"/>
            </a:endParaRPr>
          </a:p>
          <a:p>
            <a:pPr indent="0" defTabSz="914400" fontAlgn="auto">
              <a:lnSpc>
                <a:spcPct val="100000"/>
              </a:lnSpc>
              <a:spcBef>
                <a:spcPts val="400"/>
              </a:spcBef>
              <a:spcAft>
                <a:spcPts val="600"/>
              </a:spcAft>
              <a:buNone/>
              <a:tabLst>
                <a:tab pos="0" algn="l"/>
              </a:tabLst>
            </a:pPr>
            <a:r>
              <a:rPr lang="en-US" altLang="en-US" sz="1200" b="0" u="none" strike="noStrike" dirty="0">
                <a:solidFill>
                  <a:srgbClr val="000000"/>
                </a:solidFill>
                <a:uFillTx/>
                <a:latin typeface="Arial" panose="020B0604020202090204"/>
              </a:rPr>
              <a:t>Because both classes share an almost identical geometric shape: a person on a wheeled machine. PointNet's core design relies on Global Max Pooling, which compresses all points into a single feature vector that only describes the overall 3D shape. Because the overall shapes of a MOTORCYCLIST and a WHEELED_RIDER are so similar, their global feature vectors are also nearly identical. The model learns the general concept of "person on wheels" but fails to capture the subtle geometric details.</a:t>
            </a:r>
            <a:endParaRPr lang="en-US" altLang="en-US" sz="1200" b="0" u="none" strike="noStrike" dirty="0">
              <a:solidFill>
                <a:srgbClr val="000000"/>
              </a:solidFill>
              <a:uFillTx/>
              <a:latin typeface="Arial" panose="020B060402020209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GB" sz="2800" b="0" u="none" strike="noStrike">
                <a:solidFill>
                  <a:srgbClr val="000000"/>
                </a:solidFill>
                <a:uFillTx/>
                <a:latin typeface="Arial" panose="020B0604020202090204"/>
                <a:ea typeface="Arial" panose="020B0604020202090204"/>
              </a:rPr>
              <a:t>Part 4: Analysis</a:t>
            </a:r>
            <a:endParaRPr lang="en-US" sz="2800" b="0" u="none" strike="noStrike">
              <a:solidFill>
                <a:srgbClr val="000000"/>
              </a:solidFill>
              <a:uFillTx/>
              <a:latin typeface="Arial" panose="020B0604020202090204"/>
            </a:endParaRPr>
          </a:p>
        </p:txBody>
      </p:sp>
      <p:sp>
        <p:nvSpPr>
          <p:cNvPr id="369" name="PlaceHolder 2"/>
          <p:cNvSpPr>
            <a:spLocks noGrp="1"/>
          </p:cNvSpPr>
          <p:nvPr>
            <p:ph/>
          </p:nvPr>
        </p:nvSpPr>
        <p:spPr>
          <a:xfrm>
            <a:off x="311760" y="1152360"/>
            <a:ext cx="8518680" cy="3414600"/>
          </a:xfrm>
          <a:prstGeom prst="rect">
            <a:avLst/>
          </a:prstGeom>
          <a:noFill/>
          <a:ln w="0">
            <a:noFill/>
          </a:ln>
        </p:spPr>
        <p:txBody>
          <a:bodyPr lIns="0" tIns="91440" rIns="0" bIns="91440" anchor="t">
            <a:normAutofit/>
          </a:bodyPr>
          <a:lstStyle/>
          <a:p>
            <a:pPr indent="0">
              <a:lnSpc>
                <a:spcPct val="115000"/>
              </a:lnSpc>
              <a:spcAft>
                <a:spcPts val="1200"/>
              </a:spcAft>
              <a:buNone/>
              <a:tabLst>
                <a:tab pos="0" algn="l"/>
              </a:tabLst>
            </a:pPr>
            <a:r>
              <a:rPr lang="en-GB" sz="1400" b="0" u="none" strike="noStrike">
                <a:solidFill>
                  <a:srgbClr val="595959"/>
                </a:solidFill>
                <a:uFillTx/>
                <a:latin typeface="Arial" panose="020B0604020202090204"/>
                <a:ea typeface="Arial" panose="020B0604020202090204"/>
              </a:rPr>
              <a:t>[insert visualization of critical points on the PEDESTRIAN/11.txt point cloud] </a:t>
            </a:r>
            <a:endParaRPr lang="en-US" sz="1400" b="0" u="none" strike="noStrike">
              <a:solidFill>
                <a:srgbClr val="000000"/>
              </a:solidFill>
              <a:uFillTx/>
              <a:latin typeface="Arial" panose="020B0604020202090204"/>
            </a:endParaRPr>
          </a:p>
        </p:txBody>
      </p:sp>
      <p:pic>
        <p:nvPicPr>
          <p:cNvPr id="2" name="Picture 1" descr="Screenshot 2025-11-11 at 1.35.10 PM"/>
          <p:cNvPicPr>
            <a:picLocks noChangeAspect="1"/>
          </p:cNvPicPr>
          <p:nvPr/>
        </p:nvPicPr>
        <p:blipFill>
          <a:blip r:embed="rId1"/>
          <a:stretch>
            <a:fillRect/>
          </a:stretch>
        </p:blipFill>
        <p:spPr>
          <a:xfrm>
            <a:off x="398780" y="1579880"/>
            <a:ext cx="6518910" cy="2987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US" sz="2800" b="0" u="none" strike="noStrike">
                <a:solidFill>
                  <a:srgbClr val="000000"/>
                </a:solidFill>
                <a:uFillTx/>
                <a:latin typeface="Arial" panose="020B0604020202090204"/>
                <a:ea typeface="Arial" panose="020B0604020202090204"/>
              </a:rPr>
              <a:t>Part 4: Analysis</a:t>
            </a:r>
            <a:endParaRPr lang="en-US" sz="2800" b="0" u="none" strike="noStrike">
              <a:solidFill>
                <a:srgbClr val="000000"/>
              </a:solidFill>
              <a:uFillTx/>
              <a:latin typeface="Arial" panose="020B0604020202090204"/>
            </a:endParaRPr>
          </a:p>
        </p:txBody>
      </p:sp>
      <p:sp>
        <p:nvSpPr>
          <p:cNvPr id="371" name="PlaceHolder 2"/>
          <p:cNvSpPr>
            <a:spLocks noGrp="1"/>
          </p:cNvSpPr>
          <p:nvPr>
            <p:ph/>
          </p:nvPr>
        </p:nvSpPr>
        <p:spPr>
          <a:xfrm>
            <a:off x="311760" y="1152360"/>
            <a:ext cx="8518680" cy="3414600"/>
          </a:xfrm>
          <a:prstGeom prst="rect">
            <a:avLst/>
          </a:prstGeom>
          <a:noFill/>
          <a:ln w="0">
            <a:noFill/>
          </a:ln>
        </p:spPr>
        <p:txBody>
          <a:bodyPr lIns="0" tIns="91440" rIns="0" bIns="91440" anchor="t">
            <a:noAutofit/>
          </a:bodyPr>
          <a:lstStyle/>
          <a:p>
            <a:pPr marL="114300" indent="0">
              <a:lnSpc>
                <a:spcPct val="115000"/>
              </a:lnSpc>
              <a:buNone/>
              <a:tabLst>
                <a:tab pos="0" algn="l"/>
              </a:tabLst>
            </a:pPr>
            <a:r>
              <a:rPr lang="en-US" sz="1400" b="0" u="none" strike="noStrike">
                <a:solidFill>
                  <a:srgbClr val="595959"/>
                </a:solidFill>
                <a:uFillTx/>
                <a:latin typeface="Arial" panose="020B0604020202090204"/>
                <a:ea typeface="Arial" panose="020B0604020202090204"/>
              </a:rPr>
              <a:t>[insert visualization critical points on one other point cloud, why would it make sense for these to be selected as critical points?] </a:t>
            </a:r>
            <a:endParaRPr lang="en-US" sz="1400" b="0" u="none" strike="noStrike">
              <a:solidFill>
                <a:srgbClr val="000000"/>
              </a:solidFill>
              <a:uFillTx/>
              <a:latin typeface="Arial" panose="020B0604020202090204"/>
            </a:endParaRPr>
          </a:p>
          <a:p>
            <a:pPr marL="114300" indent="0">
              <a:lnSpc>
                <a:spcPct val="115000"/>
              </a:lnSpc>
              <a:buNone/>
              <a:tabLst>
                <a:tab pos="0" algn="l"/>
              </a:tabLst>
            </a:pPr>
            <a:endParaRPr lang="en-US" sz="1800" b="0" u="none" strike="noStrike">
              <a:solidFill>
                <a:srgbClr val="000000"/>
              </a:solidFill>
              <a:uFillTx/>
              <a:latin typeface="Arial" panose="020B0604020202090204"/>
            </a:endParaRPr>
          </a:p>
        </p:txBody>
      </p:sp>
      <p:pic>
        <p:nvPicPr>
          <p:cNvPr id="2" name="Picture 1" descr="Screenshot 2025-11-11 at 1.36.25 PM"/>
          <p:cNvPicPr>
            <a:picLocks noChangeAspect="1"/>
          </p:cNvPicPr>
          <p:nvPr/>
        </p:nvPicPr>
        <p:blipFill>
          <a:blip r:embed="rId1"/>
          <a:srcRect t="2489" r="104"/>
          <a:stretch>
            <a:fillRect/>
          </a:stretch>
        </p:blipFill>
        <p:spPr>
          <a:xfrm>
            <a:off x="391795" y="1823085"/>
            <a:ext cx="6088380" cy="2818765"/>
          </a:xfrm>
          <a:prstGeom prst="rect">
            <a:avLst/>
          </a:prstGeom>
        </p:spPr>
      </p:pic>
      <p:sp>
        <p:nvSpPr>
          <p:cNvPr id="3" name="Text Box 2"/>
          <p:cNvSpPr txBox="1"/>
          <p:nvPr/>
        </p:nvSpPr>
        <p:spPr>
          <a:xfrm>
            <a:off x="6706870" y="1617980"/>
            <a:ext cx="2265045" cy="5661660"/>
          </a:xfrm>
          <a:prstGeom prst="rect">
            <a:avLst/>
          </a:prstGeom>
          <a:noFill/>
        </p:spPr>
        <p:txBody>
          <a:bodyPr wrap="square" rtlCol="0">
            <a:noAutofit/>
          </a:bodyPr>
          <a:p>
            <a:endParaRPr lang="en-US" sz="1200"/>
          </a:p>
          <a:p>
            <a:r>
              <a:rPr lang="en-US" altLang="en-US" sz="1200"/>
              <a:t>The model selects these points because they are the most geometrically important points that best summarize the object's unique 3D shape.</a:t>
            </a:r>
            <a:endParaRPr lang="en-US" altLang="en-US" sz="1200"/>
          </a:p>
          <a:p>
            <a:endParaRPr lang="en-US" altLang="en-US" sz="1200"/>
          </a:p>
          <a:p>
            <a:r>
              <a:rPr lang="en-US" altLang="en-US" sz="1200"/>
              <a:t>Therefore, it makes sense that the critical points are the tips, corners, and edges that </a:t>
            </a:r>
            <a:r>
              <a:rPr lang="en-US" altLang="en-US" sz="1200"/>
              <a:t>lie on the oudside and form a skeleton of the pedestrain’s unique 3D structure.</a:t>
            </a:r>
            <a:endParaRPr lang="en-US" altLang="en-US" sz="1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US" sz="2800" b="0" u="none" strike="noStrike" dirty="0">
                <a:solidFill>
                  <a:srgbClr val="000000"/>
                </a:solidFill>
                <a:uFillTx/>
                <a:latin typeface="Arial" panose="020B0604020202090204"/>
                <a:ea typeface="Arial" panose="020B0604020202090204"/>
              </a:rPr>
              <a:t>Part 4: Analysis</a:t>
            </a:r>
            <a:endParaRPr lang="en-US" sz="2800" b="0" u="none" strike="noStrike" dirty="0">
              <a:solidFill>
                <a:srgbClr val="000000"/>
              </a:solidFill>
              <a:uFillTx/>
              <a:latin typeface="Arial" panose="020B0604020202090204"/>
            </a:endParaRPr>
          </a:p>
        </p:txBody>
      </p:sp>
      <p:sp>
        <p:nvSpPr>
          <p:cNvPr id="371" name="PlaceHolder 2"/>
          <p:cNvSpPr>
            <a:spLocks noGrp="1"/>
          </p:cNvSpPr>
          <p:nvPr>
            <p:ph/>
          </p:nvPr>
        </p:nvSpPr>
        <p:spPr>
          <a:xfrm>
            <a:off x="311760" y="1152360"/>
            <a:ext cx="8518680" cy="3414600"/>
          </a:xfrm>
          <a:prstGeom prst="rect">
            <a:avLst/>
          </a:prstGeom>
          <a:noFill/>
          <a:ln w="0">
            <a:noFill/>
          </a:ln>
        </p:spPr>
        <p:txBody>
          <a:bodyPr lIns="0" tIns="91440" rIns="0" bIns="91440" anchor="t">
            <a:noAutofit/>
          </a:bodyPr>
          <a:lstStyle/>
          <a:p>
            <a:pPr marL="114300" indent="0">
              <a:lnSpc>
                <a:spcPct val="115000"/>
              </a:lnSpc>
              <a:buNone/>
              <a:tabLst>
                <a:tab pos="0" algn="l"/>
              </a:tabLst>
            </a:pPr>
            <a:r>
              <a:rPr lang="en-US" sz="1400" b="0" u="none" strike="noStrike" dirty="0">
                <a:solidFill>
                  <a:srgbClr val="595959"/>
                </a:solidFill>
                <a:uFillTx/>
                <a:latin typeface="Arial" panose="020B0604020202090204"/>
                <a:ea typeface="Arial" panose="020B0604020202090204"/>
              </a:rPr>
              <a:t>[Plot critical points for two more classes which are misclassified]</a:t>
            </a:r>
            <a:endParaRPr lang="en-US" sz="1400" b="0" u="none" strike="noStrike" dirty="0">
              <a:solidFill>
                <a:srgbClr val="595959"/>
              </a:solidFill>
              <a:uFillTx/>
              <a:latin typeface="Arial" panose="020B0604020202090204"/>
              <a:ea typeface="Arial" panose="020B0604020202090204"/>
            </a:endParaRPr>
          </a:p>
          <a:p>
            <a:pPr marL="114300" indent="0">
              <a:lnSpc>
                <a:spcPct val="115000"/>
              </a:lnSpc>
              <a:buNone/>
              <a:tabLst>
                <a:tab pos="0" algn="l"/>
              </a:tabLst>
            </a:pPr>
            <a:r>
              <a:rPr lang="en-US" altLang="en-US" sz="1400" b="0" u="none" strike="noStrike" dirty="0">
                <a:solidFill>
                  <a:srgbClr val="000000"/>
                </a:solidFill>
                <a:uFillTx/>
                <a:latin typeface="Arial" panose="020B0604020202090204"/>
              </a:rPr>
              <a:t>WHEELED_RIDER</a:t>
            </a:r>
            <a:r>
              <a:rPr lang="en-US" sz="1400" b="0" u="none" strike="noStrike" dirty="0">
                <a:solidFill>
                  <a:srgbClr val="595959"/>
                </a:solidFill>
                <a:uFillTx/>
                <a:latin typeface="Arial" panose="020B0604020202090204"/>
                <a:ea typeface="Arial" panose="020B0604020202090204"/>
              </a:rPr>
              <a:t>:</a:t>
            </a:r>
            <a:endParaRPr lang="en-US" altLang="en-US" sz="1400" b="0" u="none" strike="noStrike" dirty="0">
              <a:solidFill>
                <a:srgbClr val="000000"/>
              </a:solidFill>
              <a:uFillTx/>
              <a:latin typeface="Arial" panose="020B0604020202090204"/>
            </a:endParaRPr>
          </a:p>
          <a:p>
            <a:pPr marL="114300" indent="0">
              <a:lnSpc>
                <a:spcPct val="115000"/>
              </a:lnSpc>
              <a:buNone/>
              <a:tabLst>
                <a:tab pos="0" algn="l"/>
              </a:tabLst>
            </a:pPr>
            <a:endParaRPr lang="en-US" sz="1800" b="0" u="none" strike="noStrike" dirty="0">
              <a:solidFill>
                <a:srgbClr val="000000"/>
              </a:solidFill>
              <a:uFillTx/>
              <a:latin typeface="Arial" panose="020B0604020202090204"/>
            </a:endParaRPr>
          </a:p>
        </p:txBody>
      </p:sp>
      <p:pic>
        <p:nvPicPr>
          <p:cNvPr id="2" name="Picture 1" descr="Screenshot 2025-11-11 at 1.41.19 PM"/>
          <p:cNvPicPr>
            <a:picLocks noChangeAspect="1"/>
          </p:cNvPicPr>
          <p:nvPr/>
        </p:nvPicPr>
        <p:blipFill>
          <a:blip r:embed="rId1"/>
          <a:stretch>
            <a:fillRect/>
          </a:stretch>
        </p:blipFill>
        <p:spPr>
          <a:xfrm>
            <a:off x="311785" y="2016760"/>
            <a:ext cx="4076065" cy="2036445"/>
          </a:xfrm>
          <a:prstGeom prst="rect">
            <a:avLst/>
          </a:prstGeom>
        </p:spPr>
      </p:pic>
      <p:pic>
        <p:nvPicPr>
          <p:cNvPr id="4" name="Picture 3" descr="Screenshot 2025-11-11 at 1.41.56 PM"/>
          <p:cNvPicPr>
            <a:picLocks noChangeAspect="1"/>
          </p:cNvPicPr>
          <p:nvPr/>
        </p:nvPicPr>
        <p:blipFill>
          <a:blip r:embed="rId2"/>
          <a:stretch>
            <a:fillRect/>
          </a:stretch>
        </p:blipFill>
        <p:spPr>
          <a:xfrm>
            <a:off x="4530090" y="2096770"/>
            <a:ext cx="4477385" cy="2035810"/>
          </a:xfrm>
          <a:prstGeom prst="rect">
            <a:avLst/>
          </a:prstGeom>
        </p:spPr>
      </p:pic>
      <p:sp>
        <p:nvSpPr>
          <p:cNvPr id="5" name="Text Box 4"/>
          <p:cNvSpPr txBox="1"/>
          <p:nvPr/>
        </p:nvSpPr>
        <p:spPr>
          <a:xfrm>
            <a:off x="4736465" y="1642745"/>
            <a:ext cx="2014220" cy="302895"/>
          </a:xfrm>
          <a:prstGeom prst="rect">
            <a:avLst/>
          </a:prstGeom>
          <a:noFill/>
        </p:spPr>
        <p:txBody>
          <a:bodyPr wrap="square" rtlCol="0">
            <a:noAutofit/>
          </a:bodyPr>
          <a:p>
            <a:r>
              <a:rPr lang="en-US" sz="1400"/>
              <a:t>BUS:</a:t>
            </a:r>
            <a:endParaRPr lang="en-US" sz="1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GB" sz="2800" b="0" u="none" strike="noStrike" dirty="0">
                <a:solidFill>
                  <a:srgbClr val="000000"/>
                </a:solidFill>
                <a:uFillTx/>
                <a:latin typeface="Arial" panose="020B0604020202090204"/>
                <a:ea typeface="Arial" panose="020B0604020202090204"/>
              </a:rPr>
              <a:t>Part 5: </a:t>
            </a:r>
            <a:r>
              <a:rPr lang="en-GB" sz="2800" b="0" u="none" strike="noStrike" dirty="0" err="1">
                <a:solidFill>
                  <a:srgbClr val="000000"/>
                </a:solidFill>
                <a:uFillTx/>
                <a:latin typeface="Arial" panose="020B0604020202090204"/>
                <a:ea typeface="Arial" panose="020B0604020202090204"/>
              </a:rPr>
              <a:t>PointNet</a:t>
            </a:r>
            <a:r>
              <a:rPr lang="en-GB" sz="2800" b="0" u="none" strike="noStrike" dirty="0">
                <a:solidFill>
                  <a:srgbClr val="000000"/>
                </a:solidFill>
                <a:uFillTx/>
                <a:latin typeface="Arial" panose="020B0604020202090204"/>
                <a:ea typeface="Arial" panose="020B0604020202090204"/>
              </a:rPr>
              <a:t> + T-Net (Extra Credit)</a:t>
            </a:r>
            <a:endParaRPr lang="en-US" sz="2800" b="0" u="none" strike="noStrike" dirty="0">
              <a:solidFill>
                <a:srgbClr val="000000"/>
              </a:solidFill>
              <a:uFillTx/>
              <a:latin typeface="Arial" panose="020B0604020202090204"/>
            </a:endParaRPr>
          </a:p>
        </p:txBody>
      </p:sp>
      <p:pic>
        <p:nvPicPr>
          <p:cNvPr id="3" name="Picture 2"/>
          <p:cNvPicPr>
            <a:picLocks noChangeAspect="1"/>
          </p:cNvPicPr>
          <p:nvPr/>
        </p:nvPicPr>
        <p:blipFill>
          <a:blip r:embed="rId1"/>
          <a:stretch>
            <a:fillRect/>
          </a:stretch>
        </p:blipFill>
        <p:spPr>
          <a:xfrm>
            <a:off x="455295" y="955675"/>
            <a:ext cx="4200525" cy="41128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GB" sz="2800" b="0" u="none" strike="noStrike" dirty="0">
                <a:solidFill>
                  <a:srgbClr val="000000"/>
                </a:solidFill>
                <a:uFillTx/>
                <a:latin typeface="Arial" panose="020B0604020202090204"/>
                <a:ea typeface="Arial" panose="020B0604020202090204"/>
              </a:rPr>
              <a:t>Part 5: </a:t>
            </a:r>
            <a:r>
              <a:rPr lang="en-GB" sz="2800" b="0" u="none" strike="noStrike" dirty="0" err="1">
                <a:solidFill>
                  <a:srgbClr val="000000"/>
                </a:solidFill>
                <a:uFillTx/>
                <a:latin typeface="Arial" panose="020B0604020202090204"/>
                <a:ea typeface="Arial" panose="020B0604020202090204"/>
              </a:rPr>
              <a:t>PointNet</a:t>
            </a:r>
            <a:r>
              <a:rPr lang="en-GB" sz="2800" b="0" u="none" strike="noStrike" dirty="0">
                <a:solidFill>
                  <a:srgbClr val="000000"/>
                </a:solidFill>
                <a:uFillTx/>
                <a:latin typeface="Arial" panose="020B0604020202090204"/>
                <a:ea typeface="Arial" panose="020B0604020202090204"/>
              </a:rPr>
              <a:t> + T-Net (Extra Credit)</a:t>
            </a:r>
            <a:endParaRPr lang="en-US" sz="2800" b="0" u="none" strike="noStrike" dirty="0">
              <a:solidFill>
                <a:srgbClr val="000000"/>
              </a:solidFill>
              <a:uFillTx/>
              <a:latin typeface="Arial" panose="020B0604020202090204"/>
            </a:endParaRPr>
          </a:p>
        </p:txBody>
      </p:sp>
      <p:sp>
        <p:nvSpPr>
          <p:cNvPr id="375" name="PlaceHolder 2"/>
          <p:cNvSpPr>
            <a:spLocks noGrp="1"/>
          </p:cNvSpPr>
          <p:nvPr>
            <p:ph/>
          </p:nvPr>
        </p:nvSpPr>
        <p:spPr>
          <a:xfrm>
            <a:off x="311760" y="1152360"/>
            <a:ext cx="3998160" cy="3414600"/>
          </a:xfrm>
          <a:prstGeom prst="rect">
            <a:avLst/>
          </a:prstGeom>
          <a:noFill/>
          <a:ln w="0">
            <a:noFill/>
          </a:ln>
        </p:spPr>
        <p:txBody>
          <a:bodyPr lIns="0" tIns="91440" rIns="0" bIns="91440" anchor="t">
            <a:normAutofit/>
          </a:bodyPr>
          <a:lstStyle/>
          <a:p>
            <a:pPr indent="0">
              <a:lnSpc>
                <a:spcPct val="115000"/>
              </a:lnSpc>
              <a:spcAft>
                <a:spcPts val="1200"/>
              </a:spcAft>
              <a:buNone/>
              <a:tabLst>
                <a:tab pos="0" algn="l"/>
              </a:tabLst>
            </a:pPr>
            <a:r>
              <a:rPr lang="en-GB" sz="1400" b="0" u="none" strike="noStrike">
                <a:solidFill>
                  <a:srgbClr val="595959"/>
                </a:solidFill>
                <a:uFillTx/>
                <a:latin typeface="Arial" panose="020B0604020202090204"/>
                <a:ea typeface="Arial" panose="020B0604020202090204"/>
              </a:rPr>
              <a:t>[What is the motivation behind using T-Net in PointNet?]</a:t>
            </a:r>
            <a:endParaRPr lang="en-US" sz="1400" b="0" u="none" strike="noStrike">
              <a:solidFill>
                <a:srgbClr val="000000"/>
              </a:solidFill>
              <a:uFillTx/>
              <a:latin typeface="Arial" panose="020B0604020202090204"/>
            </a:endParaRPr>
          </a:p>
        </p:txBody>
      </p:sp>
      <p:sp>
        <p:nvSpPr>
          <p:cNvPr id="376" name="Google Shape;93;p6"/>
          <p:cNvSpPr/>
          <p:nvPr/>
        </p:nvSpPr>
        <p:spPr>
          <a:xfrm>
            <a:off x="4676705" y="1015835"/>
            <a:ext cx="3998160" cy="34146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rmAutofit/>
          </a:bodyPr>
          <a:lstStyle/>
          <a:p>
            <a:pPr>
              <a:lnSpc>
                <a:spcPct val="115000"/>
              </a:lnSpc>
              <a:spcAft>
                <a:spcPts val="1200"/>
              </a:spcAft>
            </a:pPr>
            <a:r>
              <a:rPr lang="en-US" sz="1400" b="0" u="none" strike="noStrike">
                <a:solidFill>
                  <a:srgbClr val="595959"/>
                </a:solidFill>
                <a:uFillTx/>
                <a:latin typeface="Arial" panose="020B0604020202090204"/>
                <a:ea typeface="Arial" panose="020B0604020202090204"/>
              </a:rPr>
              <a:t>[Which classes saw the most improvement from including T-Net? Why do you think this is the case?]</a:t>
            </a:r>
            <a:endParaRPr lang="en-US" sz="1400" b="0" u="none" strike="noStrike">
              <a:solidFill>
                <a:srgbClr val="595959"/>
              </a:solidFill>
              <a:uFillTx/>
              <a:latin typeface="Arial" panose="020B0604020202090204"/>
              <a:ea typeface="Arial" panose="020B0604020202090204"/>
            </a:endParaRPr>
          </a:p>
          <a:p>
            <a:pPr>
              <a:lnSpc>
                <a:spcPct val="115000"/>
              </a:lnSpc>
              <a:spcAft>
                <a:spcPts val="1200"/>
              </a:spcAft>
            </a:pPr>
            <a:endParaRPr lang="en-US" sz="1400" b="0" u="none" strike="noStrike">
              <a:solidFill>
                <a:srgbClr val="000000"/>
              </a:solidFill>
              <a:uFillTx/>
              <a:latin typeface="Arial" panose="020B0604020202090204"/>
            </a:endParaRPr>
          </a:p>
        </p:txBody>
      </p:sp>
      <p:sp>
        <p:nvSpPr>
          <p:cNvPr id="3" name="Text Box 2"/>
          <p:cNvSpPr txBox="1"/>
          <p:nvPr/>
        </p:nvSpPr>
        <p:spPr>
          <a:xfrm>
            <a:off x="455930" y="1824990"/>
            <a:ext cx="3853180" cy="2918460"/>
          </a:xfrm>
          <a:prstGeom prst="rect">
            <a:avLst/>
          </a:prstGeom>
        </p:spPr>
        <p:txBody>
          <a:bodyPr>
            <a:noAutofit/>
          </a:bodyPr>
          <a:p>
            <a:pPr>
              <a:spcBef>
                <a:spcPct val="0"/>
              </a:spcBef>
            </a:pPr>
            <a:r>
              <a:rPr sz="1200">
                <a:latin typeface="Google Sans Text"/>
                <a:ea typeface="Google Sans Text"/>
              </a:rPr>
              <a:t>The motivation is to make the PointNet model robust to transformations, especially rotations.</a:t>
            </a:r>
            <a:endParaRPr sz="1200">
              <a:latin typeface="Google Sans Text"/>
              <a:ea typeface="Google Sans Text"/>
            </a:endParaRPr>
          </a:p>
          <a:p>
            <a:pPr>
              <a:spcBef>
                <a:spcPct val="0"/>
              </a:spcBef>
            </a:pPr>
            <a:endParaRPr sz="1200">
              <a:latin typeface="Google Sans Text"/>
              <a:ea typeface="Google Sans Text"/>
            </a:endParaRPr>
          </a:p>
          <a:p>
            <a:pPr>
              <a:spcBef>
                <a:spcPct val="0"/>
              </a:spcBef>
            </a:pPr>
            <a:r>
              <a:rPr sz="1200">
                <a:latin typeface="Google Sans Text"/>
                <a:ea typeface="Google Sans Text"/>
              </a:rPr>
              <a:t>The basic PointNet model is sensitive if the input point cloud is rotated. The T-Net is a small, separate network that predicts the input's transformation. It calculates a </a:t>
            </a:r>
            <a:r>
              <a:rPr lang="en-US" sz="1200">
                <a:latin typeface="Google Sans Text"/>
                <a:ea typeface="Google Sans Text"/>
              </a:rPr>
              <a:t>3 x 3</a:t>
            </a:r>
            <a:r>
              <a:rPr sz="1200">
                <a:latin typeface="Google Sans Text"/>
                <a:ea typeface="Google Sans Text"/>
              </a:rPr>
              <a:t> matrix that is then used to rotate the point cloud back to a standard</a:t>
            </a:r>
            <a:r>
              <a:rPr lang="en-US" sz="1200">
                <a:latin typeface="Google Sans Text"/>
                <a:ea typeface="Google Sans Text"/>
              </a:rPr>
              <a:t> </a:t>
            </a:r>
            <a:r>
              <a:rPr sz="1200">
                <a:latin typeface="Google Sans Text"/>
                <a:ea typeface="Google Sans Text"/>
              </a:rPr>
              <a:t>orientation before it gets classified. This helps the main PointNet recognize the object, no matter how it is rotated.</a:t>
            </a:r>
            <a:endParaRPr sz="1200">
              <a:latin typeface="Google Sans Text"/>
              <a:ea typeface="Google Sans Text"/>
            </a:endParaRPr>
          </a:p>
        </p:txBody>
      </p:sp>
      <p:sp>
        <p:nvSpPr>
          <p:cNvPr id="6" name="Text Box 5"/>
          <p:cNvSpPr txBox="1"/>
          <p:nvPr/>
        </p:nvSpPr>
        <p:spPr>
          <a:xfrm>
            <a:off x="4629785" y="1880870"/>
            <a:ext cx="4358640" cy="3004820"/>
          </a:xfrm>
          <a:prstGeom prst="rect">
            <a:avLst/>
          </a:prstGeom>
          <a:noFill/>
        </p:spPr>
        <p:txBody>
          <a:bodyPr wrap="square" rtlCol="0">
            <a:noAutofit/>
          </a:bodyPr>
          <a:p>
            <a:r>
              <a:rPr lang="en-US" sz="1200"/>
              <a:t>BOLLARD (0.07-&gt;0.60)</a:t>
            </a:r>
            <a:endParaRPr lang="en-US" sz="1200"/>
          </a:p>
          <a:p>
            <a:r>
              <a:rPr lang="en-US" altLang="en-US" sz="1200"/>
              <a:t>A BOLLARD (a cylinder) and a CONSTRUCTION_CONE (a cone) are both upright and symmetrical shapes. The base model couldn't tell their profiles apart, especially if they were slightly tilted. The T-Net learns to straighten up all these simple objects into a canonical pose. Once aligned, the difference between a cylinder and a cone became perfectly clear to the classifier, and the confusion dropped to 0%.</a:t>
            </a:r>
            <a:endParaRPr lang="en-US" altLang="en-US" sz="1200"/>
          </a:p>
          <a:p>
            <a:endParaRPr lang="en-US" altLang="en-US" sz="1200"/>
          </a:p>
          <a:p>
            <a:r>
              <a:rPr lang="en-US" sz="1200"/>
              <a:t>TRUCK(0.53-&gt;0.83)</a:t>
            </a:r>
            <a:endParaRPr lang="en-US" sz="1200"/>
          </a:p>
          <a:p>
            <a:r>
              <a:rPr lang="en-US" altLang="en-US" sz="1200"/>
              <a:t>A truck from the side looks almost identical to a bus. The model was confused by these different viewing angles. The T-Net learned to rotate all these large, boxy vehicles into a standard orientation, e.g. all facing forward. Once they were all aligned, the main PointNet could easily see the subtle geometric differences and stopped confusing them.</a:t>
            </a:r>
            <a:endParaRPr lang="en-US" altLang="en-US"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GB" sz="2800" b="0" u="none" strike="noStrike">
                <a:solidFill>
                  <a:srgbClr val="000000"/>
                </a:solidFill>
                <a:uFillTx/>
                <a:latin typeface="Arial" panose="020B0604020202090204"/>
                <a:ea typeface="Arial" panose="020B0604020202090204"/>
              </a:rPr>
              <a:t>Additional Extra Credit (Bells &amp; Whistles)</a:t>
            </a:r>
            <a:endParaRPr lang="en-US" sz="2800" b="0" u="none" strike="noStrike">
              <a:solidFill>
                <a:srgbClr val="000000"/>
              </a:solidFill>
              <a:uFillTx/>
              <a:latin typeface="Arial" panose="020B0604020202090204"/>
            </a:endParaRPr>
          </a:p>
        </p:txBody>
      </p:sp>
      <p:sp>
        <p:nvSpPr>
          <p:cNvPr id="378" name="PlaceHolder 2"/>
          <p:cNvSpPr>
            <a:spLocks noGrp="1"/>
          </p:cNvSpPr>
          <p:nvPr>
            <p:ph/>
          </p:nvPr>
        </p:nvSpPr>
        <p:spPr>
          <a:xfrm>
            <a:off x="311760" y="1152360"/>
            <a:ext cx="8518680" cy="3414600"/>
          </a:xfrm>
          <a:prstGeom prst="rect">
            <a:avLst/>
          </a:prstGeom>
          <a:noFill/>
          <a:ln w="0">
            <a:noFill/>
          </a:ln>
        </p:spPr>
        <p:txBody>
          <a:bodyPr lIns="0" tIns="91440" rIns="0" bIns="91440" anchor="t">
            <a:normAutofit/>
          </a:bodyPr>
          <a:lstStyle/>
          <a:p>
            <a:pPr indent="0">
              <a:lnSpc>
                <a:spcPct val="115000"/>
              </a:lnSpc>
              <a:spcAft>
                <a:spcPts val="1200"/>
              </a:spcAft>
              <a:buNone/>
              <a:tabLst>
                <a:tab pos="0" algn="l"/>
              </a:tabLst>
            </a:pPr>
            <a:r>
              <a:rPr lang="en-GB" sz="1400" b="0" u="none" strike="noStrike">
                <a:solidFill>
                  <a:srgbClr val="595959"/>
                </a:solidFill>
                <a:uFillTx/>
                <a:latin typeface="Arial" panose="020B0604020202090204"/>
                <a:ea typeface="Arial" panose="020B0604020202090204"/>
              </a:rPr>
              <a:t>[describe any additional extra credit you implemented]</a:t>
            </a:r>
            <a:endParaRPr lang="en-US" sz="1400" b="0" u="none" strike="noStrike">
              <a:solidFill>
                <a:srgbClr val="000000"/>
              </a:solidFill>
              <a:uFillTx/>
              <a:latin typeface="Arial" panose="020B060402020209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0.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1.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2.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6417</Words>
  <Application>WPS Presentation</Application>
  <PresentationFormat>On-screen Show (16:9)</PresentationFormat>
  <Paragraphs>106</Paragraphs>
  <Slides>13</Slides>
  <Notes>0</Notes>
  <HiddenSlides>0</HiddenSlides>
  <MMClips>0</MMClips>
  <ScaleCrop>false</ScaleCrop>
  <HeadingPairs>
    <vt:vector size="6" baseType="variant">
      <vt:variant>
        <vt:lpstr>已用的字体</vt:lpstr>
      </vt:variant>
      <vt:variant>
        <vt:i4>17</vt:i4>
      </vt:variant>
      <vt:variant>
        <vt:lpstr>主题</vt:lpstr>
      </vt:variant>
      <vt:variant>
        <vt:i4>52</vt:i4>
      </vt:variant>
      <vt:variant>
        <vt:lpstr>幻灯片标题</vt:lpstr>
      </vt:variant>
      <vt:variant>
        <vt:i4>13</vt:i4>
      </vt:variant>
    </vt:vector>
  </HeadingPairs>
  <TitlesOfParts>
    <vt:vector size="82" baseType="lpstr">
      <vt:lpstr>Arial</vt:lpstr>
      <vt:lpstr>SimSun</vt:lpstr>
      <vt:lpstr>Wingdings</vt:lpstr>
      <vt:lpstr>Arial</vt:lpstr>
      <vt:lpstr>Symbol</vt:lpstr>
      <vt:lpstr>Kingsoft Sign</vt:lpstr>
      <vt:lpstr>Times New Roman</vt:lpstr>
      <vt:lpstr>Microsoft YaHei</vt:lpstr>
      <vt:lpstr>汉仪旗黑</vt:lpstr>
      <vt:lpstr>Arial Unicode MS</vt:lpstr>
      <vt:lpstr>Calibri</vt:lpstr>
      <vt:lpstr>Helvetica Neue</vt:lpstr>
      <vt:lpstr>DejaVu Sans</vt:lpstr>
      <vt:lpstr>苹方-简</vt:lpstr>
      <vt:lpstr>汉仪书宋二KW</vt:lpstr>
      <vt:lpstr>Google Sans Text</vt:lpstr>
      <vt:lpstr>Thonburi</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PowerPoint 演示文稿</vt:lpstr>
      <vt:lpstr>Part 2: Voxel Baseline Model</vt:lpstr>
      <vt:lpstr>Part 2: Voxel Baseline Model</vt:lpstr>
      <vt:lpstr>Part 2: Voxel Baseline Model</vt:lpstr>
      <vt:lpstr>Part 3: Simplified PointNet</vt:lpstr>
      <vt:lpstr>Part 3: Simplified PointNet</vt:lpstr>
      <vt:lpstr>Part 3: Simplified PointNet</vt:lpstr>
      <vt:lpstr>Part 4: Analysis</vt:lpstr>
      <vt:lpstr>Part 4: Analysis</vt:lpstr>
      <vt:lpstr>Part 4: Analysis</vt:lpstr>
      <vt:lpstr>Part 5: PointNet + T-Net (Extra Credit)</vt:lpstr>
      <vt:lpstr>Part 5: PointNet + T-Net (Extra Credit)</vt:lpstr>
      <vt:lpstr>Additional Extra Credit (Bells &amp; Whistles)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许楚钰</cp:lastModifiedBy>
  <cp:revision>26</cp:revision>
  <dcterms:created xsi:type="dcterms:W3CDTF">2025-11-12T21:35:22Z</dcterms:created>
  <dcterms:modified xsi:type="dcterms:W3CDTF">2025-11-12T21:35:22Z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8</vt:i4>
  </property>
  <property fmtid="{D5CDD505-2E9C-101B-9397-08002B2CF9AE}" pid="3" name="PresentationFormat">
    <vt:lpwstr>On-screen Show (16:9)</vt:lpwstr>
  </property>
  <property fmtid="{D5CDD505-2E9C-101B-9397-08002B2CF9AE}" pid="4" name="Slides">
    <vt:i4>9</vt:i4>
  </property>
  <property fmtid="{D5CDD505-2E9C-101B-9397-08002B2CF9AE}" pid="5" name="ICV">
    <vt:lpwstr>29A4E72BF0ABBEB280FC14691C6FBE9D_43</vt:lpwstr>
  </property>
  <property fmtid="{D5CDD505-2E9C-101B-9397-08002B2CF9AE}" pid="6" name="KSOProductBuildVer">
    <vt:lpwstr>1033-12.1.23540.23540</vt:lpwstr>
  </property>
</Properties>
</file>